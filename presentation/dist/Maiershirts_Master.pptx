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zwölf Logo-Felder. 7 Logo(s) aus assets/referenzen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8.png"/><Relationship Id="rId10" Type="http://schemas.openxmlformats.org/officeDocument/2006/relationships/image" Target="../media/image-11-8.png"/><Relationship Id="rId11" Type="http://schemas.openxmlformats.org/officeDocument/2006/relationships/image" Target="../media/image-11-8.png"/><Relationship Id="rId12" Type="http://schemas.openxmlformats.org/officeDocument/2006/relationships/image" Target="../media/image-11-8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6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HMJAPF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HMJAPF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HMJAPF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HMJAPF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 und Unternehmen, die uns vertrauen</a:t>
            </a:r>
            <a:endParaRPr lang="en-US" sz="2800" dirty="0"/>
          </a:p>
        </p:txBody>
      </p:sp>
      <p:pic>
        <p:nvPicPr>
          <p:cNvPr id="3" name="Image 0" descr="/Users/stefanmaier/Documents/GitHub/lexware-angebot-tool/presentation/assets/referenzen/01-seibold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rcRect l="0" r="0" t="0" b="0"/>
          <a:stretch/>
        </p:blipFill>
        <p:spPr>
          <a:xfrm>
            <a:off x="566928" y="1344168"/>
            <a:ext cx="1444752" cy="484632"/>
          </a:xfrm>
          <a:prstGeom prst="rect">
            <a:avLst/>
          </a:prstGeom>
        </p:spPr>
      </p:pic>
      <p:pic>
        <p:nvPicPr>
          <p:cNvPr id="4" name="Image 1" descr="/Users/stefanmaier/Documents/GitHub/lexware-angebot-tool/presentation/assets/referenzen/02-bego-bau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rcRect l="0" r="0" t="0" b="0"/>
          <a:stretch/>
        </p:blipFill>
        <p:spPr>
          <a:xfrm>
            <a:off x="2670048" y="1344168"/>
            <a:ext cx="1444752" cy="484632"/>
          </a:xfrm>
          <a:prstGeom prst="rect">
            <a:avLst/>
          </a:prstGeom>
        </p:spPr>
      </p:pic>
      <p:pic>
        <p:nvPicPr>
          <p:cNvPr id="5" name="Image 2" descr="/Users/stefanmaier/Documents/GitHub/lexware-angebot-tool/presentation/assets/referenzen/03-elektro-stuerz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rcRect l="0" r="0" t="0" b="0"/>
          <a:stretch/>
        </p:blipFill>
        <p:spPr>
          <a:xfrm>
            <a:off x="4773168" y="1344168"/>
            <a:ext cx="1444752" cy="484632"/>
          </a:xfrm>
          <a:prstGeom prst="rect">
            <a:avLst/>
          </a:prstGeom>
        </p:spPr>
      </p:pic>
      <p:pic>
        <p:nvPicPr>
          <p:cNvPr id="6" name="Image 3" descr="/Users/stefanmaier/Documents/GitHub/lexware-angebot-tool/presentation/assets/referenzen/04-dav-tuebingen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rcRect l="0" r="0" t="0" b="0"/>
          <a:stretch/>
        </p:blipFill>
        <p:spPr>
          <a:xfrm>
            <a:off x="6876288" y="1344168"/>
            <a:ext cx="1444752" cy="484632"/>
          </a:xfrm>
          <a:prstGeom prst="rect">
            <a:avLst/>
          </a:prstGeom>
        </p:spPr>
      </p:pic>
      <p:pic>
        <p:nvPicPr>
          <p:cNvPr id="7" name="Image 4" descr="/Users/stefanmaier/Documents/GitHub/lexware-angebot-tool/presentation/assets/referenzen/05-rox-herrenberg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rcRect l="0" r="0" t="0" b="0"/>
          <a:stretch/>
        </p:blipFill>
        <p:spPr>
          <a:xfrm>
            <a:off x="566928" y="2441448"/>
            <a:ext cx="1444752" cy="484632"/>
          </a:xfrm>
          <a:prstGeom prst="rect">
            <a:avLst/>
          </a:prstGeom>
        </p:spPr>
      </p:pic>
      <p:pic>
        <p:nvPicPr>
          <p:cNvPr id="8" name="Image 5" descr="/Users/stefanmaier/Documents/GitHub/lexware-angebot-tool/presentation/assets/referenzen/06-paarsch-schaefer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rcRect l="0" r="0" t="0" b="0"/>
          <a:stretch/>
        </p:blipFill>
        <p:spPr>
          <a:xfrm>
            <a:off x="2670048" y="2441448"/>
            <a:ext cx="1444752" cy="484632"/>
          </a:xfrm>
          <a:prstGeom prst="rect">
            <a:avLst/>
          </a:prstGeom>
        </p:spPr>
      </p:pic>
      <p:pic>
        <p:nvPicPr>
          <p:cNvPr id="9" name="Image 6" descr="/Users/stefanmaier/Documents/GitHub/lexware-angebot-tool/presentation/assets/referenzen/07-suedweststrom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rcRect l="0" r="0" t="0" b="0"/>
          <a:stretch/>
        </p:blipFill>
        <p:spPr>
          <a:xfrm>
            <a:off x="4773168" y="2441448"/>
            <a:ext cx="1444752" cy="484632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HMJAPF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HMJAPF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HMJAPF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HMJAPF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HMJAPF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HMJAPF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HMJAPF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HMJAPF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2026-09-15T11:53:15Z</dcterms:created>
  <dcterms:modified xsi:type="dcterms:W3CDTF">2026-09-15T11:53:15Z</dcterms:modified>
</cp:coreProperties>
</file>