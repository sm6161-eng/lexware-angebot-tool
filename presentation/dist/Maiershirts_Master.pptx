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12 Logo(s) aus assets/referenzen/unternehmen eingesetzt (Folie 1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 Logo(s) aus assets/referenzen/unternehmen eingesetzt (Folie 2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Logo-Felder. 8 Logo(s) aus assets/referenzen/vereine eingesetzt (Folie 1 von 1).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267004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477316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267004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477316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9" name="Text 0"/>
          <p:cNvSpPr/>
          <p:nvPr>
            <p:ph idx="117" type="pic" hasCustomPrompt="1"/>
          </p:nvPr>
        </p:nvSpPr>
        <p:spPr>
          <a:xfrm>
            <a:off x="687628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0" name="Text 0"/>
          <p:cNvSpPr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2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slideLayout" Target="../slideLayouts/slideLayout15.xml"/><Relationship Id="rId1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2.png"/><Relationship Id="rId4" Type="http://schemas.openxmlformats.org/officeDocument/2006/relationships/image" Target="../media/image-12-2.png"/><Relationship Id="rId5" Type="http://schemas.openxmlformats.org/officeDocument/2006/relationships/image" Target="../media/image-12-2.png"/><Relationship Id="rId6" Type="http://schemas.openxmlformats.org/officeDocument/2006/relationships/image" Target="../media/image-12-2.png"/><Relationship Id="rId7" Type="http://schemas.openxmlformats.org/officeDocument/2006/relationships/image" Target="../media/image-12-2.png"/><Relationship Id="rId8" Type="http://schemas.openxmlformats.org/officeDocument/2006/relationships/image" Target="../media/image-12-2.png"/><Relationship Id="rId9" Type="http://schemas.openxmlformats.org/officeDocument/2006/relationships/image" Target="../media/image-12-2.png"/><Relationship Id="rId10" Type="http://schemas.openxmlformats.org/officeDocument/2006/relationships/image" Target="../media/image-12-2.png"/><Relationship Id="rId11" Type="http://schemas.openxmlformats.org/officeDocument/2006/relationships/image" Target="../media/image-12-2.png"/><Relationship Id="rId12" Type="http://schemas.openxmlformats.org/officeDocument/2006/relationships/image" Target="../media/image-12-2.png"/><Relationship Id="rId13" Type="http://schemas.openxmlformats.org/officeDocument/2006/relationships/slideLayout" Target="../slideLayouts/slideLayout15.xml"/><Relationship Id="rId1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16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7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fAJE9f/ph-foto-2400x1008.pn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fAJE9f/ph-foto-696x456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Bio-Baumwolle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B&amp;C Inspire T · 140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XS bis 3XL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9,90 €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fAJE9f/ph-foto-696x456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fAJE9f/ph-foto-696x456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(1/2)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fAJE9f/ref-unternehmen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713232" y="1519438"/>
            <a:ext cx="1408176" cy="390124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fAJE9f/ref-unternehmen-0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16352" y="1607820"/>
            <a:ext cx="1408176" cy="213360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fAJE9f/ref-unternehmen-0-2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919472" y="1562265"/>
            <a:ext cx="1408176" cy="304470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fAJE9f/ref-unternehmen-0-3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74078" y="1490472"/>
            <a:ext cx="1105205" cy="448056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fAJE9f/ref-unternehmen-0-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90420" y="2587752"/>
            <a:ext cx="653799" cy="448056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fAJE9f/ref-unternehmen-0-5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860802" y="2587752"/>
            <a:ext cx="1319276" cy="448056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fAJE9f/ref-unternehmen-0-6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357181" y="2587752"/>
            <a:ext cx="532758" cy="448056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fAJE9f/ref-unternehmen-0-7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224177" y="2587752"/>
            <a:ext cx="1005007" cy="448056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fAJE9f/ref-unternehmen-0-8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972998" y="3685032"/>
            <a:ext cx="888644" cy="448056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fAJE9f/ref-unternehmen-0-9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3186157" y="3685032"/>
            <a:ext cx="668565" cy="448056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fAJE9f/ref-unternehmen-0-10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5398727" y="3685032"/>
            <a:ext cx="449666" cy="448056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fAJE9f/ref-unternehmen-0-11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022592" y="3765694"/>
            <a:ext cx="1408176" cy="28673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(2/2)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fAJE9f/ref-unternehmen-1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1169090" y="1490472"/>
            <a:ext cx="496461" cy="448056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fAJE9f/ph-logo-446x194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670048" y="1344168"/>
            <a:ext cx="1700784" cy="740664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fAJE9f/ph-logo-446x194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773168" y="1344168"/>
            <a:ext cx="1700784" cy="740664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fAJE9f/ph-logo-446x19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6876288" y="1344168"/>
            <a:ext cx="1700784" cy="740664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fAJE9f/ph-logo-446x19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566928" y="2441448"/>
            <a:ext cx="1700784" cy="740664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fAJE9f/ph-logo-446x194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670048" y="2441448"/>
            <a:ext cx="1700784" cy="740664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fAJE9f/ph-logo-446x194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773168" y="2441448"/>
            <a:ext cx="1700784" cy="740664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fAJE9f/ph-logo-446x194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6876288" y="2441448"/>
            <a:ext cx="1700784" cy="740664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fAJE9f/ph-logo-446x19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566928" y="3538728"/>
            <a:ext cx="1700784" cy="740664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fAJE9f/ph-logo-446x194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2670048" y="3538728"/>
            <a:ext cx="1700784" cy="740664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fAJE9f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4773168" y="3538728"/>
            <a:ext cx="1700784" cy="740664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fAJE9f/ph-logo-446x194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uns vertrauen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Vom Trikotsatz bis zur Fanausstattung, für Vereine aus der ganzen Region.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fAJE9f/ref-vereine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843422" y="1490472"/>
            <a:ext cx="1147795" cy="667512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DAV Sektion Tübingen</a:t>
            </a:r>
            <a:endParaRPr lang="en-US" sz="1100" dirty="0"/>
          </a:p>
        </p:txBody>
      </p:sp>
      <p:pic>
        <p:nvPicPr>
          <p:cNvPr id="6" name="Image 1" descr="/var/folders/hm/sgq6d80d0vq133k7n8dc9bnw0000gn/T/maiershirts-fAJE9f/ref-vereine-0-1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58236" y="1490472"/>
            <a:ext cx="1324409" cy="667512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Ammerbuch</a:t>
            </a:r>
            <a:endParaRPr lang="en-US" sz="1100" dirty="0"/>
          </a:p>
        </p:txBody>
      </p:sp>
      <p:pic>
        <p:nvPicPr>
          <p:cNvPr id="8" name="Image 2" descr="/var/folders/hm/sgq6d80d0vq133k7n8dc9bnw0000gn/T/maiershirts-fAJE9f/ref-vereine-0-2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69071" y="1490472"/>
            <a:ext cx="508978" cy="667512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TGV Entringen</a:t>
            </a:r>
            <a:endParaRPr lang="en-US" sz="1100" dirty="0"/>
          </a:p>
        </p:txBody>
      </p:sp>
      <p:pic>
        <p:nvPicPr>
          <p:cNvPr id="10" name="Image 3" descr="/var/folders/hm/sgq6d80d0vq133k7n8dc9bnw0000gn/T/maiershirts-fAJE9f/ref-vereine-0-3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392924" y="1490472"/>
            <a:ext cx="667512" cy="667512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Hooriger Hund Sulzbach</a:t>
            </a:r>
            <a:endParaRPr lang="en-US" sz="1100" dirty="0"/>
          </a:p>
        </p:txBody>
      </p:sp>
      <p:pic>
        <p:nvPicPr>
          <p:cNvPr id="12" name="Image 4" descr="/var/folders/hm/sgq6d80d0vq133k7n8dc9bnw0000gn/T/maiershirts-fAJE9f/ref-vereine-0-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73295" y="3090672"/>
            <a:ext cx="688051" cy="667512"/>
          </a:xfrm>
          <a:prstGeom prst="rect">
            <a:avLst/>
          </a:prstGeom>
        </p:spPr>
      </p:pic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100" dirty="0"/>
          </a:p>
        </p:txBody>
      </p:sp>
      <p:pic>
        <p:nvPicPr>
          <p:cNvPr id="14" name="Image 5" descr="/var/folders/hm/sgq6d80d0vq133k7n8dc9bnw0000gn/T/maiershirts-fAJE9f/ref-vereine-0-5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86684" y="3090672"/>
            <a:ext cx="667512" cy="667512"/>
          </a:xfrm>
          <a:prstGeom prst="rect">
            <a:avLst/>
          </a:prstGeom>
        </p:spPr>
      </p:pic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 Germania Bietigheim</a:t>
            </a:r>
            <a:endParaRPr lang="en-US" sz="1100" dirty="0"/>
          </a:p>
        </p:txBody>
      </p:sp>
      <p:pic>
        <p:nvPicPr>
          <p:cNvPr id="16" name="Image 6" descr="/var/folders/hm/sgq6d80d0vq133k7n8dc9bnw0000gn/T/maiershirts-fAJE9f/ref-vereine-0-6.pn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88359" y="3090672"/>
            <a:ext cx="670402" cy="667512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100" dirty="0"/>
          </a:p>
        </p:txBody>
      </p:sp>
      <p:pic>
        <p:nvPicPr>
          <p:cNvPr id="18" name="Image 7" descr="/var/folders/hm/sgq6d80d0vq133k7n8dc9bnw0000gn/T/maiershirts-fAJE9f/ref-vereine-0-7.png">    </p:cNvPr>
          <p:cNvPicPr>
            <a:picLocks noChangeAspect="1"/>
          </p:cNvPicPr>
          <p:nvPr>
            <p:ph idx="117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022592" y="3098331"/>
            <a:ext cx="1408176" cy="652193"/>
          </a:xfrm>
          <a:prstGeom prst="rect">
            <a:avLst/>
          </a:prstGeom>
        </p:spPr>
      </p:pic>
      <p:sp>
        <p:nvSpPr>
          <p:cNvPr id="19" name="Text 0"/>
          <p:cNvSpPr txBox="1"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Wurmlingen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fAJE9f/ph-foto-1056x84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fAJE9f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fAJE9f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2026-09-15T17:35:00Z</dcterms:created>
  <dcterms:modified xsi:type="dcterms:W3CDTF">2026-09-15T17:35:00Z</dcterms:modified>
</cp:coreProperties>
</file>