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>
            <p:ph idx="115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8" name="Text 0"/>
          <p:cNvSpPr/>
          <p:nvPr>
            <p:ph idx="116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0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2.png"/><Relationship Id="rId4" Type="http://schemas.openxmlformats.org/officeDocument/2006/relationships/image" Target="../media/image-12-2.png"/><Relationship Id="rId5" Type="http://schemas.openxmlformats.org/officeDocument/2006/relationships/image" Target="../media/image-12-2.png"/><Relationship Id="rId6" Type="http://schemas.openxmlformats.org/officeDocument/2006/relationships/image" Target="../media/image-12-2.png"/><Relationship Id="rId7" Type="http://schemas.openxmlformats.org/officeDocument/2006/relationships/image" Target="../media/image-12-2.png"/><Relationship Id="rId8" Type="http://schemas.openxmlformats.org/officeDocument/2006/relationships/image" Target="../media/image-12-2.png"/><Relationship Id="rId9" Type="http://schemas.openxmlformats.org/officeDocument/2006/relationships/image" Target="../media/image-12-2.png"/><Relationship Id="rId10" Type="http://schemas.openxmlformats.org/officeDocument/2006/relationships/image" Target="../media/image-12-2.png"/><Relationship Id="rId11" Type="http://schemas.openxmlformats.org/officeDocument/2006/relationships/image" Target="../media/image-12-2.png"/><Relationship Id="rId12" Type="http://schemas.openxmlformats.org/officeDocument/2006/relationships/image" Target="../media/image-12-2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Os5V18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Os5V18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Os5V18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Os5V18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Os5V18/ref-unternehmen-0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4" name="Image 1" descr="/var/folders/hm/sgq6d80d0vq133k7n8dc9bnw0000gn/T/maiershirts-Os5V18/ref-unternehmen-0-1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5" name="Image 2" descr="/var/folders/hm/sgq6d80d0vq133k7n8dc9bnw0000gn/T/maiershirts-Os5V18/ref-unternehmen-0-2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6" name="Image 3" descr="/var/folders/hm/sgq6d80d0vq133k7n8dc9bnw0000gn/T/maiershirts-Os5V18/ref-unternehmen-0-3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7" name="Image 4" descr="/var/folders/hm/sgq6d80d0vq133k7n8dc9bnw0000gn/T/maiershirts-Os5V18/ref-unternehmen-0-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8" name="Image 5" descr="/var/folders/hm/sgq6d80d0vq133k7n8dc9bnw0000gn/T/maiershirts-Os5V18/ref-unternehmen-0-5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9" name="Image 6" descr="/var/folders/hm/sgq6d80d0vq133k7n8dc9bnw0000gn/T/maiershirts-Os5V18/ref-unternehmen-0-6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Os5V18/ref-unternehmen-0-7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1" name="Image 8" descr="/var/folders/hm/sgq6d80d0vq133k7n8dc9bnw0000gn/T/maiershirts-Os5V18/ref-unternehmen-0-8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2" name="Image 9" descr="/var/folders/hm/sgq6d80d0vq133k7n8dc9bnw0000gn/T/maiershirts-Os5V18/ref-unternehmen-0-9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Os5V18/ref-unternehmen-0-10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Os5V18/ref-unternehmen-0-11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Os5V18/ref-unternehmen-1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4" name="Image 1" descr="/var/folders/hm/sgq6d80d0vq133k7n8dc9bnw0000gn/T/maiershirts-Os5V18/ph-logo-446x194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670048" y="1344168"/>
            <a:ext cx="1700784" cy="740664"/>
          </a:xfrm>
          <a:prstGeom prst="rect">
            <a:avLst/>
          </a:prstGeom>
        </p:spPr>
      </p:pic>
      <p:pic>
        <p:nvPicPr>
          <p:cNvPr id="5" name="Image 2" descr="/var/folders/hm/sgq6d80d0vq133k7n8dc9bnw0000gn/T/maiershirts-Os5V18/ph-logo-446x194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6" name="Image 3" descr="/var/folders/hm/sgq6d80d0vq133k7n8dc9bnw0000gn/T/maiershirts-Os5V18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7" name="Image 4" descr="/var/folders/hm/sgq6d80d0vq133k7n8dc9bnw0000gn/T/maiershirts-Os5V18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8" name="Image 5" descr="/var/folders/hm/sgq6d80d0vq133k7n8dc9bnw0000gn/T/maiershirts-Os5V18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9" name="Image 6" descr="/var/folders/hm/sgq6d80d0vq133k7n8dc9bnw0000gn/T/maiershirts-Os5V18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Os5V18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1" name="Image 8" descr="/var/folders/hm/sgq6d80d0vq133k7n8dc9bnw0000gn/T/maiershirts-Os5V18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2" name="Image 9" descr="/var/folders/hm/sgq6d80d0vq133k7n8dc9bnw0000gn/T/maiershirts-Os5V18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Os5V18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Os5V18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Os5V18/ref-vereine-0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5" name="Image 1" descr="/var/folders/hm/sgq6d80d0vq133k7n8dc9bnw0000gn/T/maiershirts-Os5V18/ref-vereine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7" name="Image 2" descr="/var/folders/hm/sgq6d80d0vq133k7n8dc9bnw0000gn/T/maiershirts-Os5V18/ref-vereine-0-2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9" name="Image 3" descr="/var/folders/hm/sgq6d80d0vq133k7n8dc9bnw0000gn/T/maiershirts-Os5V18/ref-vereine-0-3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1" name="Image 4" descr="/var/folders/hm/sgq6d80d0vq133k7n8dc9bnw0000gn/T/maiershirts-Os5V18/ref-vereine-0-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3" name="Image 5" descr="/var/folders/hm/sgq6d80d0vq133k7n8dc9bnw0000gn/T/maiershirts-Os5V18/ref-vereine-0-5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5" name="Image 6" descr="/var/folders/hm/sgq6d80d0vq133k7n8dc9bnw0000gn/T/maiershirts-Os5V18/ref-vereine-0-6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6" name="Text 0"/>
          <p:cNvSpPr txBox="1"/>
          <p:nvPr>
            <p:ph idx="115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7" name="Image 7" descr="/var/folders/hm/sgq6d80d0vq133k7n8dc9bnw0000gn/T/maiershirts-Os5V18/ref-vereine-0-7.png">    </p:cNvPr>
          <p:cNvPicPr>
            <a:picLocks noChangeAspect="1"/>
          </p:cNvPicPr>
          <p:nvPr>
            <p:ph idx="116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8" name="Text 0"/>
          <p:cNvSpPr txBox="1"/>
          <p:nvPr>
            <p:ph idx="117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Os5V18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Os5V18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Os5V18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2026-09-15T17:33:04Z</dcterms:created>
  <dcterms:modified xsi:type="dcterms:W3CDTF">2026-09-15T17:33:04Z</dcterms:modified>
</cp:coreProperties>
</file>