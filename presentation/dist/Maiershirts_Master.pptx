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Für ein Kundenangebot: Feld „Firmenpräsentation“ durch „Angebot für: Kunde · Projekt“ ersetzen, Datum und Angebotsnummer eintragen.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Text links, vier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Bildunterschrift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MS_VERFAHREN: vier Verfahren mit Einsatzgebiet und Kennwerten. Inhalte aus dem Veredelungs-Leitfaden. Handmuster-Karte zum Termin mitnehmen.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 als Vereinsshop-Folie. Ansprache „ihr“, passend zum Vereinsteil.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MS_KOLLEKTION: bis zu zwölf Artikel mit Mockup und Name. Quelle: assets/fotos/kollektionen/spg.json (aus dem Shopify-Vereinsshop).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MS_KOLLEKTION: bis zu zwölf Artikel mit Mockup und Name. Quelle: assets/fotos/kollektionen/spg.json (aus dem Shopify-Vereinsshop).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Bild. Einträge in assets/fotos/projekte-vereine.json, Fotos daneben.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Logo-Felder, 8 belegt aus assets/referenzen/vereine. Logo per Klick auf ein Feld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Bild. Einträge in assets/fotos/projekte-unternehmen.json, Fotos daneben.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MS_PROJEKT_KUNDE: ein Kunde im Detail. Text links, Kollektionsfoto oben rechts, drei Einzelteile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16 Logo-Felder, 14 belegt aus assets/referenzen/unternehmen. Logo per Klick auf ein Feld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MS_ABSCHLUSS. Porträt und QR-Code sind Platzhalterbilder: eigenes Foto und einen echten QR-Code (z. B. auf maiershirts.de) einsetzen.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MS_VERFAHREN-image-2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9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0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1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VERFAHR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Welche Technik zu welchem Projekt passt</a:t>
            </a:r>
            <a:endParaRPr lang="en-US" sz="1200" dirty="0"/>
          </a:p>
        </p:txBody>
      </p:sp>
      <p:sp>
        <p:nvSpPr>
          <p:cNvPr id="5" name="Text 0"/>
          <p:cNvSpPr/>
          <p:nvPr/>
        </p:nvSpPr>
        <p:spPr>
          <a:xfrm>
            <a:off x="62179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8" name="Text 1"/>
          <p:cNvSpPr/>
          <p:nvPr/>
        </p:nvSpPr>
        <p:spPr>
          <a:xfrm>
            <a:off x="62179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62179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62179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Text 4"/>
          <p:cNvSpPr/>
          <p:nvPr/>
        </p:nvSpPr>
        <p:spPr>
          <a:xfrm>
            <a:off x="272491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5"/>
          <p:cNvSpPr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16" name="Text 5"/>
          <p:cNvSpPr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272491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9" name="Text 6"/>
          <p:cNvSpPr/>
          <p:nvPr/>
        </p:nvSpPr>
        <p:spPr>
          <a:xfrm>
            <a:off x="272491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272491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22" name="Text 8"/>
          <p:cNvSpPr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482803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9"/>
          <p:cNvSpPr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25" name="Text 9"/>
          <p:cNvSpPr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482803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27" name="Text 10"/>
          <p:cNvSpPr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482803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9" name="Text 11"/>
          <p:cNvSpPr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82803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31" name="Text 12"/>
          <p:cNvSpPr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93115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13"/>
          <p:cNvSpPr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34" name="Text 13"/>
          <p:cNvSpPr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93115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36" name="Text 14"/>
          <p:cNvSpPr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693115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38" name="Text 15"/>
          <p:cNvSpPr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693115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40" name="Text 16"/>
          <p:cNvSpPr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41" name="Text 16"/>
          <p:cNvSpPr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…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zuletzt umgesetzt haben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663440" y="1234440"/>
            <a:ext cx="19659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12280" y="1234440"/>
            <a:ext cx="187452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63440" y="2926080"/>
            <a:ext cx="40233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_KU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Branche · Ort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3657600" y="1234440"/>
            <a:ext cx="50292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3657600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381244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7104888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3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OLLEK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Kollektion ausmacht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185166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185166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185166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324612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324612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324612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4058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64058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64058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603504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603504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9" name="Text 0"/>
          <p:cNvSpPr/>
          <p:nvPr>
            <p:ph idx="117" type="body" hasCustomPrompt="1"/>
          </p:nvPr>
        </p:nvSpPr>
        <p:spPr>
          <a:xfrm>
            <a:off x="603504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0" name="Text 0"/>
          <p:cNvSpPr/>
          <p:nvPr>
            <p:ph idx="118" type="pic" hasCustomPrompt="1"/>
          </p:nvPr>
        </p:nvSpPr>
        <p:spPr>
          <a:xfrm>
            <a:off x="742950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21" name="Text 0"/>
          <p:cNvSpPr/>
          <p:nvPr>
            <p:ph idx="119" type="body" hasCustomPrompt="1"/>
          </p:nvPr>
        </p:nvSpPr>
        <p:spPr>
          <a:xfrm>
            <a:off x="742950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22" name="Text 0"/>
          <p:cNvSpPr/>
          <p:nvPr>
            <p:ph idx="120" type="body" hasCustomPrompt="1"/>
          </p:nvPr>
        </p:nvSpPr>
        <p:spPr>
          <a:xfrm>
            <a:off x="742950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3" name="Text 0"/>
          <p:cNvSpPr/>
          <p:nvPr>
            <p:ph idx="121" type="pic" hasCustomPrompt="1"/>
          </p:nvPr>
        </p:nvSpPr>
        <p:spPr>
          <a:xfrm>
            <a:off x="45720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24" name="Text 0"/>
          <p:cNvSpPr/>
          <p:nvPr>
            <p:ph idx="122" type="body" hasCustomPrompt="1"/>
          </p:nvPr>
        </p:nvSpPr>
        <p:spPr>
          <a:xfrm>
            <a:off x="45720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25" name="Text 0"/>
          <p:cNvSpPr/>
          <p:nvPr>
            <p:ph idx="123" type="body" hasCustomPrompt="1"/>
          </p:nvPr>
        </p:nvSpPr>
        <p:spPr>
          <a:xfrm>
            <a:off x="45720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6" name="Text 0"/>
          <p:cNvSpPr/>
          <p:nvPr>
            <p:ph idx="124" type="pic" hasCustomPrompt="1"/>
          </p:nvPr>
        </p:nvSpPr>
        <p:spPr>
          <a:xfrm>
            <a:off x="185166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27" name="Text 0"/>
          <p:cNvSpPr/>
          <p:nvPr>
            <p:ph idx="125" type="body" hasCustomPrompt="1"/>
          </p:nvPr>
        </p:nvSpPr>
        <p:spPr>
          <a:xfrm>
            <a:off x="185166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28" name="Text 0"/>
          <p:cNvSpPr/>
          <p:nvPr>
            <p:ph idx="126" type="body" hasCustomPrompt="1"/>
          </p:nvPr>
        </p:nvSpPr>
        <p:spPr>
          <a:xfrm>
            <a:off x="185166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9" name="Text 0"/>
          <p:cNvSpPr/>
          <p:nvPr>
            <p:ph idx="127" type="pic" hasCustomPrompt="1"/>
          </p:nvPr>
        </p:nvSpPr>
        <p:spPr>
          <a:xfrm>
            <a:off x="324612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0" name="Text 0"/>
          <p:cNvSpPr/>
          <p:nvPr>
            <p:ph idx="128" type="body" hasCustomPrompt="1"/>
          </p:nvPr>
        </p:nvSpPr>
        <p:spPr>
          <a:xfrm>
            <a:off x="324612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31" name="Text 0"/>
          <p:cNvSpPr/>
          <p:nvPr>
            <p:ph idx="129" type="body" hasCustomPrompt="1"/>
          </p:nvPr>
        </p:nvSpPr>
        <p:spPr>
          <a:xfrm>
            <a:off x="324612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32" name="Text 0"/>
          <p:cNvSpPr/>
          <p:nvPr>
            <p:ph idx="130" type="pic" hasCustomPrompt="1"/>
          </p:nvPr>
        </p:nvSpPr>
        <p:spPr>
          <a:xfrm>
            <a:off x="464058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3" name="Text 0"/>
          <p:cNvSpPr/>
          <p:nvPr>
            <p:ph idx="131" type="body" hasCustomPrompt="1"/>
          </p:nvPr>
        </p:nvSpPr>
        <p:spPr>
          <a:xfrm>
            <a:off x="464058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34" name="Text 0"/>
          <p:cNvSpPr/>
          <p:nvPr>
            <p:ph idx="132" type="body" hasCustomPrompt="1"/>
          </p:nvPr>
        </p:nvSpPr>
        <p:spPr>
          <a:xfrm>
            <a:off x="464058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35" name="Text 0"/>
          <p:cNvSpPr/>
          <p:nvPr>
            <p:ph idx="133" type="pic" hasCustomPrompt="1"/>
          </p:nvPr>
        </p:nvSpPr>
        <p:spPr>
          <a:xfrm>
            <a:off x="603504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6" name="Text 0"/>
          <p:cNvSpPr/>
          <p:nvPr>
            <p:ph idx="134" type="body" hasCustomPrompt="1"/>
          </p:nvPr>
        </p:nvSpPr>
        <p:spPr>
          <a:xfrm>
            <a:off x="603504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37" name="Text 0"/>
          <p:cNvSpPr/>
          <p:nvPr>
            <p:ph idx="135" type="body" hasCustomPrompt="1"/>
          </p:nvPr>
        </p:nvSpPr>
        <p:spPr>
          <a:xfrm>
            <a:off x="603504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38" name="Text 0"/>
          <p:cNvSpPr/>
          <p:nvPr>
            <p:ph idx="136" type="pic" hasCustomPrompt="1"/>
          </p:nvPr>
        </p:nvSpPr>
        <p:spPr>
          <a:xfrm>
            <a:off x="742950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9" name="Text 0"/>
          <p:cNvSpPr/>
          <p:nvPr>
            <p:ph idx="137" type="body" hasCustomPrompt="1"/>
          </p:nvPr>
        </p:nvSpPr>
        <p:spPr>
          <a:xfrm>
            <a:off x="742950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40" name="Text 0"/>
          <p:cNvSpPr/>
          <p:nvPr>
            <p:ph idx="138" type="body" hasCustomPrompt="1"/>
          </p:nvPr>
        </p:nvSpPr>
        <p:spPr>
          <a:xfrm>
            <a:off x="742950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4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1018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73168" y="1344168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76288" y="1344168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66928" y="2130552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70048" y="2130552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73168" y="2130552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76288" y="2130552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16936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2916936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73168" y="2916936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76288" y="2916936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566928" y="3703320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pic" hasCustomPrompt="1"/>
          </p:nvPr>
        </p:nvSpPr>
        <p:spPr>
          <a:xfrm>
            <a:off x="2670048" y="3703320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4773168" y="3703320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pic" hasCustomPrompt="1"/>
          </p:nvPr>
        </p:nvSpPr>
        <p:spPr>
          <a:xfrm>
            <a:off x="6876288" y="3703320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1019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1020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image" Target="../media/image-8-6.jpg"/><Relationship Id="rId7" Type="http://schemas.openxmlformats.org/officeDocument/2006/relationships/image" Target="../media/image-8-7.jpg"/><Relationship Id="rId8" Type="http://schemas.openxmlformats.org/officeDocument/2006/relationships/image" Target="../media/image-8-8.jpg"/><Relationship Id="rId9" Type="http://schemas.openxmlformats.org/officeDocument/2006/relationships/image" Target="../media/image-8-9.jpg"/><Relationship Id="rId10" Type="http://schemas.openxmlformats.org/officeDocument/2006/relationships/image" Target="../media/image-8-10.jpg"/><Relationship Id="rId11" Type="http://schemas.openxmlformats.org/officeDocument/2006/relationships/image" Target="../media/image-8-11.jpg"/><Relationship Id="rId12" Type="http://schemas.openxmlformats.org/officeDocument/2006/relationships/image" Target="../media/image-8-12.jp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image" Target="../media/image-9-7.jpg"/><Relationship Id="rId8" Type="http://schemas.openxmlformats.org/officeDocument/2006/relationships/slideLayout" Target="../slideLayouts/slideLayout15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0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png"/><Relationship Id="rId15" Type="http://schemas.openxmlformats.org/officeDocument/2006/relationships/slideLayout" Target="../slideLayouts/slideLayout19.xml"/><Relationship Id="rId1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Ammerbuch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für Vereine und Unternehmen. Aus einer Hand, aus der Region.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Firmenpräsentation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maiershirts.de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Vereine, Unternehmen und Events. Vom einzelnen Shirt bis zur kompletten Teamausstattung: Beratung, Textil, Druck oder Stickerei und Versand kommen aus einer Hand.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Stück, Serien mit exaktem Farb-Match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Motive und Artikel bleiben hinterlegt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Markenqualität von Joma, B&amp;C, Stanley/Stella und weiteren Herstellern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Veredelung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Digitaldruck, Siebdrucktransfer, Spezialtransfer und Stickerei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Vereinsshop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Eigene Shop-Seite je Verein: online bestellen statt Listen sammeln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Nachbestellung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Motive, Größen und Artikel bleiben im System, jederzeit abrufbar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SKDy60/foto-vollbild-1000x420.jp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Motiv, das sitzt.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Maiershirts-Logo auf Polo-Shirt, aus der eigenen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Mail, Telefon oder über den Shop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und Mockup zur Freigabe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Freigabe, im eigenen Haus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vereinbarten 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Verfahren, ein Anspruch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Ehrlich mit Stärken und Grenzen, damit jedes Motiv da landet, wo es am besten sitzt.</a:t>
            </a:r>
            <a:endParaRPr lang="en-US" sz="12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</a:t>
            </a:r>
            <a:endParaRPr lang="en-US" sz="1600" dirty="0"/>
          </a:p>
        </p:txBody>
      </p:sp>
      <p:sp>
        <p:nvSpPr>
          <p:cNvPr id="5" name="Text 1"/>
          <p:cNvSpPr txBox="1"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Fotos, viele Farben, Namen und Nummern. Kleine Mengen, gemischte Größen, fast jedes Material.</a:t>
            </a:r>
            <a:endParaRPr lang="en-US" sz="12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60 °C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8" name="Text 4"/>
          <p:cNvSpPr txBox="1"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Vollfarbe</a:t>
            </a:r>
            <a:endParaRPr lang="en-US" sz="1200" dirty="0"/>
          </a:p>
        </p:txBody>
      </p:sp>
      <p:sp>
        <p:nvSpPr>
          <p:cNvPr id="9" name="Text 5"/>
          <p:cNvSpPr txBox="1"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Siebdrucktransfer</a:t>
            </a:r>
            <a:endParaRPr lang="en-US" sz="1600" dirty="0"/>
          </a:p>
        </p:txBody>
      </p:sp>
      <p:sp>
        <p:nvSpPr>
          <p:cNvPr id="10" name="Text 5"/>
          <p:cNvSpPr txBox="1"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Serien mit gleichem Motiv: Team-, Vereins- und Workwear. Exaktes Farb-Match, lagerbar für Nachbestellungen.</a:t>
            </a:r>
            <a:endParaRPr lang="en-US" sz="1200" dirty="0"/>
          </a:p>
        </p:txBody>
      </p:sp>
      <p:sp>
        <p:nvSpPr>
          <p:cNvPr id="11" name="Text 6"/>
          <p:cNvSpPr txBox="1"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Wäschen</a:t>
            </a:r>
            <a:endParaRPr lang="en-US" sz="1200" dirty="0"/>
          </a:p>
        </p:txBody>
      </p:sp>
      <p:sp>
        <p:nvSpPr>
          <p:cNvPr id="12" name="Text 7"/>
          <p:cNvSpPr txBox="1"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200" dirty="0"/>
          </a:p>
        </p:txBody>
      </p:sp>
      <p:sp>
        <p:nvSpPr>
          <p:cNvPr id="13" name="Text 8"/>
          <p:cNvSpPr txBox="1"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Sonderfarben</a:t>
            </a:r>
            <a:endParaRPr lang="en-US" sz="1200" dirty="0"/>
          </a:p>
        </p:txBody>
      </p:sp>
      <p:sp>
        <p:nvSpPr>
          <p:cNvPr id="14" name="Text 9"/>
          <p:cNvSpPr txBox="1"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Spezialtransfer</a:t>
            </a:r>
            <a:endParaRPr lang="en-US" sz="1600" dirty="0"/>
          </a:p>
        </p:txBody>
      </p:sp>
      <p:sp>
        <p:nvSpPr>
          <p:cNvPr id="15" name="Text 9"/>
          <p:cNvSpPr txBox="1"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Berufskleidung mit Industriewäsche: Handwerk, Pflege, Gastro. Übersteht, wo normale Drucke versagen.</a:t>
            </a:r>
            <a:endParaRPr lang="en-US" sz="1200" dirty="0"/>
          </a:p>
        </p:txBody>
      </p:sp>
      <p:sp>
        <p:nvSpPr>
          <p:cNvPr id="16" name="Text 10"/>
          <p:cNvSpPr txBox="1"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90 °C</a:t>
            </a:r>
            <a:endParaRPr lang="en-US" sz="1200" dirty="0"/>
          </a:p>
        </p:txBody>
      </p:sp>
      <p:sp>
        <p:nvSpPr>
          <p:cNvPr id="17" name="Text 11"/>
          <p:cNvSpPr txBox="1"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200" dirty="0"/>
          </a:p>
        </p:txBody>
      </p:sp>
      <p:sp>
        <p:nvSpPr>
          <p:cNvPr id="18" name="Text 12"/>
          <p:cNvSpPr txBox="1"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Vollton</a:t>
            </a:r>
            <a:endParaRPr lang="en-US" sz="1200" dirty="0"/>
          </a:p>
        </p:txBody>
      </p:sp>
      <p:sp>
        <p:nvSpPr>
          <p:cNvPr id="19" name="Text 13"/>
          <p:cNvSpPr txBox="1"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20" name="Text 13"/>
          <p:cNvSpPr txBox="1"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Caps, Jacken und Workwear. Edler, erhabener Look für Logos. Schrift ab ca. 6 mm Höhe.</a:t>
            </a:r>
            <a:endParaRPr lang="en-US" sz="1200" dirty="0"/>
          </a:p>
        </p:txBody>
      </p:sp>
      <p:sp>
        <p:nvSpPr>
          <p:cNvPr id="21" name="Text 14"/>
          <p:cNvSpPr txBox="1"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95 °C</a:t>
            </a:r>
            <a:endParaRPr lang="en-US" sz="1200" dirty="0"/>
          </a:p>
        </p:txBody>
      </p:sp>
      <p:sp>
        <p:nvSpPr>
          <p:cNvPr id="22" name="Text 15"/>
          <p:cNvSpPr txBox="1"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23" name="Text 16"/>
          <p:cNvSpPr txBox="1"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Garnfarben</a:t>
            </a:r>
            <a:endParaRPr lang="en-US" sz="1200" dirty="0"/>
          </a:p>
        </p:txBody>
      </p:sp>
      <p:sp>
        <p:nvSpPr>
          <p:cNvPr id="24" name="Text 16"/>
          <p:cNvSpPr txBox="1"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</a:t>
            </a:r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und viele Farben → Digitaldruck · Exakte Farbe in Serie → Siebdrucktransfer · Industriewäsche → Spezialtransfer · Edler Logo-Look → Stickerei. Auf Anfrage: Sublimation und Siebdruck direkt.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Für Vereine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Trikots, Teamwear und ein eigener Vereinsshop. Ohne Sammelbestellung, ohne Vorkasse durch den Verein.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Der Vereinsshop: bestellen statt Listen sammeln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Kollektion festlegen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wählt Teile, Farben und Logo-Platzierung, wir bauen die Kollektion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 geht online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Eigene Seite auf maiershirts.de mit eurem Vereinslogo, Link und QR-Code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Jeder bestellt selbst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Größe wählen, bezahlen, fertig. Kein Sammeln, kein Vorstrecken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 nach Hause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produzieren und versenden direkt. Nachbestellung jederzeit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Vereinskollektion SPG · Erwachsene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 SPG Ammerbuch/Wurmlingen: eigener Vereinsshop auf maiershirts.de mit Teamfarben und Vereinslogo.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SKDy60/foto-kollektionen_spg_t-shirt-combi-men-light-melange-138x112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1257300" cy="102412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Men Light Melange</a:t>
            </a:r>
            <a:endParaRPr lang="en-US" sz="10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7" name="Image 1" descr="/var/folders/hm/sgq6d80d0vq133k7n8dc9bnw0000gn/T/maiershirts-SKDy60/foto-kollektionen_spg_hoodie-men-heather-oxford-138x112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1851660" y="1234440"/>
            <a:ext cx="1257300" cy="1024128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185166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Men Heather Oxford</a:t>
            </a:r>
            <a:endParaRPr lang="en-US" sz="10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185166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0" name="Image 2" descr="/var/folders/hm/sgq6d80d0vq133k7n8dc9bnw0000gn/T/maiershirts-SKDy60/foto-kollektionen_spg_short-drive-men-white-138x112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3246120" y="1234440"/>
            <a:ext cx="1257300" cy="1024128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324612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"Drive" Men White</a:t>
            </a:r>
            <a:endParaRPr lang="en-US" sz="10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324612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3" name="Image 3" descr="/var/folders/hm/sgq6d80d0vq133k7n8dc9bnw0000gn/T/maiershirts-SKDy60/foto-kollektionen_spg_zip-hoodie-men-heather-oxford-138x112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40580" y="1234440"/>
            <a:ext cx="1257300" cy="1024128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64058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 Hoodie Men Heather Oxford</a:t>
            </a:r>
            <a:endParaRPr lang="en-US" sz="10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64058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6" name="Image 4" descr="/var/folders/hm/sgq6d80d0vq133k7n8dc9bnw0000gn/T/maiershirts-SKDy60/foto-kollektionen_spg_long-pant-staff-men-black-138x112.jp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6035040" y="1234440"/>
            <a:ext cx="1257300" cy="1024128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603504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Pant "Staff" Men Black</a:t>
            </a:r>
            <a:endParaRPr lang="en-US" sz="1000" dirty="0"/>
          </a:p>
        </p:txBody>
      </p:sp>
      <p:sp>
        <p:nvSpPr>
          <p:cNvPr id="18" name="Text 0"/>
          <p:cNvSpPr txBox="1"/>
          <p:nvPr>
            <p:ph idx="117" type="body" hasCustomPrompt="1"/>
          </p:nvPr>
        </p:nvSpPr>
        <p:spPr>
          <a:xfrm>
            <a:off x="603504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9" name="Image 5" descr="/var/folders/hm/sgq6d80d0vq133k7n8dc9bnw0000gn/T/maiershirts-SKDy60/foto-kollektionen_spg_sleevless-shirt-diana-women-light-melange-138x112.jpg">    </p:cNvPr>
          <p:cNvPicPr>
            <a:picLocks noChangeAspect="1"/>
          </p:cNvPicPr>
          <p:nvPr>
            <p:ph idx="11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7429500" y="1234440"/>
            <a:ext cx="1257300" cy="1024128"/>
          </a:xfrm>
          <a:prstGeom prst="rect">
            <a:avLst/>
          </a:prstGeom>
        </p:spPr>
      </p:pic>
      <p:sp>
        <p:nvSpPr>
          <p:cNvPr id="20" name="Text 0"/>
          <p:cNvSpPr txBox="1"/>
          <p:nvPr>
            <p:ph idx="119" type="body" hasCustomPrompt="1"/>
          </p:nvPr>
        </p:nvSpPr>
        <p:spPr>
          <a:xfrm>
            <a:off x="74295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Sleevless Shirt "Diana" Women Light Melange</a:t>
            </a:r>
            <a:endParaRPr lang="en-US" sz="1000" dirty="0"/>
          </a:p>
        </p:txBody>
      </p:sp>
      <p:sp>
        <p:nvSpPr>
          <p:cNvPr id="21" name="Text 0"/>
          <p:cNvSpPr txBox="1"/>
          <p:nvPr>
            <p:ph idx="120" type="body" hasCustomPrompt="1"/>
          </p:nvPr>
        </p:nvSpPr>
        <p:spPr>
          <a:xfrm>
            <a:off x="74295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2" name="Image 6" descr="/var/folders/hm/sgq6d80d0vq133k7n8dc9bnw0000gn/T/maiershirts-SKDy60/foto-kollektionen_spg_hoodie-women-heather-oxford-138x112.jpg">    </p:cNvPr>
          <p:cNvPicPr>
            <a:picLocks noChangeAspect="1"/>
          </p:cNvPicPr>
          <p:nvPr>
            <p:ph idx="121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57200" y="2807208"/>
            <a:ext cx="1257300" cy="1024128"/>
          </a:xfrm>
          <a:prstGeom prst="rect">
            <a:avLst/>
          </a:prstGeom>
        </p:spPr>
      </p:pic>
      <p:sp>
        <p:nvSpPr>
          <p:cNvPr id="23" name="Text 0"/>
          <p:cNvSpPr txBox="1"/>
          <p:nvPr>
            <p:ph idx="122" type="body" hasCustomPrompt="1"/>
          </p:nvPr>
        </p:nvSpPr>
        <p:spPr>
          <a:xfrm>
            <a:off x="4572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Women Heather Oxford</a:t>
            </a:r>
            <a:endParaRPr lang="en-US" sz="1000" dirty="0"/>
          </a:p>
        </p:txBody>
      </p:sp>
      <p:sp>
        <p:nvSpPr>
          <p:cNvPr id="24" name="Text 0"/>
          <p:cNvSpPr txBox="1"/>
          <p:nvPr>
            <p:ph idx="123" type="body" hasCustomPrompt="1"/>
          </p:nvPr>
        </p:nvSpPr>
        <p:spPr>
          <a:xfrm>
            <a:off x="4572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5" name="Image 7" descr="/var/folders/hm/sgq6d80d0vq133k7n8dc9bnw0000gn/T/maiershirts-SKDy60/foto-kollektionen_spg_t-shirt-combi-women-light-melange-138x112.jpg">    </p:cNvPr>
          <p:cNvPicPr>
            <a:picLocks noChangeAspect="1"/>
          </p:cNvPicPr>
          <p:nvPr>
            <p:ph idx="124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1851660" y="2807208"/>
            <a:ext cx="1257300" cy="1024128"/>
          </a:xfrm>
          <a:prstGeom prst="rect">
            <a:avLst/>
          </a:prstGeom>
        </p:spPr>
      </p:pic>
      <p:sp>
        <p:nvSpPr>
          <p:cNvPr id="26" name="Text 0"/>
          <p:cNvSpPr txBox="1"/>
          <p:nvPr>
            <p:ph idx="125" type="body" hasCustomPrompt="1"/>
          </p:nvPr>
        </p:nvSpPr>
        <p:spPr>
          <a:xfrm>
            <a:off x="185166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Women Light Melange</a:t>
            </a:r>
            <a:endParaRPr lang="en-US" sz="1000" dirty="0"/>
          </a:p>
        </p:txBody>
      </p:sp>
      <p:sp>
        <p:nvSpPr>
          <p:cNvPr id="27" name="Text 0"/>
          <p:cNvSpPr txBox="1"/>
          <p:nvPr>
            <p:ph idx="126" type="body" hasCustomPrompt="1"/>
          </p:nvPr>
        </p:nvSpPr>
        <p:spPr>
          <a:xfrm>
            <a:off x="185166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8" name="Image 8" descr="/var/folders/hm/sgq6d80d0vq133k7n8dc9bnw0000gn/T/maiershirts-SKDy60/foto-kollektionen_spg_rock-torneo-iii-women-white-138x112.jpg">    </p:cNvPr>
          <p:cNvPicPr>
            <a:picLocks noChangeAspect="1"/>
          </p:cNvPicPr>
          <p:nvPr>
            <p:ph idx="127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3246120" y="2807208"/>
            <a:ext cx="1257300" cy="1024128"/>
          </a:xfrm>
          <a:prstGeom prst="rect">
            <a:avLst/>
          </a:prstGeom>
        </p:spPr>
      </p:pic>
      <p:sp>
        <p:nvSpPr>
          <p:cNvPr id="29" name="Text 0"/>
          <p:cNvSpPr txBox="1"/>
          <p:nvPr>
            <p:ph idx="128" type="body" hasCustomPrompt="1"/>
          </p:nvPr>
        </p:nvSpPr>
        <p:spPr>
          <a:xfrm>
            <a:off x="324612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Rock "Torneo III" Women White</a:t>
            </a:r>
            <a:endParaRPr lang="en-US" sz="1000" dirty="0"/>
          </a:p>
        </p:txBody>
      </p:sp>
      <p:sp>
        <p:nvSpPr>
          <p:cNvPr id="30" name="Text 0"/>
          <p:cNvSpPr txBox="1"/>
          <p:nvPr>
            <p:ph idx="129" type="body" hasCustomPrompt="1"/>
          </p:nvPr>
        </p:nvSpPr>
        <p:spPr>
          <a:xfrm>
            <a:off x="324612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31" name="Image 9" descr="/var/folders/hm/sgq6d80d0vq133k7n8dc9bnw0000gn/T/maiershirts-SKDy60/foto-kollektionen_spg_zip-hoodie-women-heather-oxford-138x112.jpg">    </p:cNvPr>
          <p:cNvPicPr>
            <a:picLocks noChangeAspect="1"/>
          </p:cNvPicPr>
          <p:nvPr>
            <p:ph idx="130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4640580" y="2807208"/>
            <a:ext cx="1257300" cy="1024128"/>
          </a:xfrm>
          <a:prstGeom prst="rect">
            <a:avLst/>
          </a:prstGeom>
        </p:spPr>
      </p:pic>
      <p:sp>
        <p:nvSpPr>
          <p:cNvPr id="32" name="Text 0"/>
          <p:cNvSpPr txBox="1"/>
          <p:nvPr>
            <p:ph idx="131" type="body" hasCustomPrompt="1"/>
          </p:nvPr>
        </p:nvSpPr>
        <p:spPr>
          <a:xfrm>
            <a:off x="464058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 Hoodie Women Heather Oxford</a:t>
            </a:r>
            <a:endParaRPr lang="en-US" sz="1000" dirty="0"/>
          </a:p>
        </p:txBody>
      </p:sp>
      <p:sp>
        <p:nvSpPr>
          <p:cNvPr id="33" name="Text 0"/>
          <p:cNvSpPr txBox="1"/>
          <p:nvPr>
            <p:ph idx="132" type="body" hasCustomPrompt="1"/>
          </p:nvPr>
        </p:nvSpPr>
        <p:spPr>
          <a:xfrm>
            <a:off x="464058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34" name="Image 10" descr="/var/folders/hm/sgq6d80d0vq133k7n8dc9bnw0000gn/T/maiershirts-SKDy60/foto-kollektionen_spg_short-hobby-women-white-138x112.jpg">    </p:cNvPr>
          <p:cNvPicPr>
            <a:picLocks noChangeAspect="1"/>
          </p:cNvPicPr>
          <p:nvPr>
            <p:ph idx="13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6035040" y="2807208"/>
            <a:ext cx="1257300" cy="1024128"/>
          </a:xfrm>
          <a:prstGeom prst="rect">
            <a:avLst/>
          </a:prstGeom>
        </p:spPr>
      </p:pic>
      <p:sp>
        <p:nvSpPr>
          <p:cNvPr id="35" name="Text 0"/>
          <p:cNvSpPr txBox="1"/>
          <p:nvPr>
            <p:ph idx="134" type="body" hasCustomPrompt="1"/>
          </p:nvPr>
        </p:nvSpPr>
        <p:spPr>
          <a:xfrm>
            <a:off x="603504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"Hobby" Women White</a:t>
            </a:r>
            <a:endParaRPr lang="en-US" sz="1000" dirty="0"/>
          </a:p>
        </p:txBody>
      </p:sp>
      <p:sp>
        <p:nvSpPr>
          <p:cNvPr id="36" name="Text 0"/>
          <p:cNvSpPr txBox="1"/>
          <p:nvPr>
            <p:ph idx="135" type="body" hasCustomPrompt="1"/>
          </p:nvPr>
        </p:nvSpPr>
        <p:spPr>
          <a:xfrm>
            <a:off x="603504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37" name="Image 11" descr="/var/folders/hm/sgq6d80d0vq133k7n8dc9bnw0000gn/T/maiershirts-SKDy60/foto-kollektionen_spg_long-pant-staff-women-black-138x112.jpg">    </p:cNvPr>
          <p:cNvPicPr>
            <a:picLocks noChangeAspect="1"/>
          </p:cNvPicPr>
          <p:nvPr>
            <p:ph idx="136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429500" y="2807208"/>
            <a:ext cx="1257300" cy="1024128"/>
          </a:xfrm>
          <a:prstGeom prst="rect">
            <a:avLst/>
          </a:prstGeom>
        </p:spPr>
      </p:pic>
      <p:sp>
        <p:nvSpPr>
          <p:cNvPr id="38" name="Text 0"/>
          <p:cNvSpPr txBox="1"/>
          <p:nvPr>
            <p:ph idx="137" type="body" hasCustomPrompt="1"/>
          </p:nvPr>
        </p:nvSpPr>
        <p:spPr>
          <a:xfrm>
            <a:off x="74295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Pant "Staff" Women Black</a:t>
            </a:r>
            <a:endParaRPr lang="en-US" sz="1000" dirty="0"/>
          </a:p>
        </p:txBody>
      </p:sp>
      <p:sp>
        <p:nvSpPr>
          <p:cNvPr id="39" name="Text 0"/>
          <p:cNvSpPr txBox="1"/>
          <p:nvPr>
            <p:ph idx="138" type="body" hasCustomPrompt="1"/>
          </p:nvPr>
        </p:nvSpPr>
        <p:spPr>
          <a:xfrm>
            <a:off x="74295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Vereinskollektion SPG · Jugend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 SPG Ammerbuch/Wurmlingen: eigener Vereinsshop auf maiershirts.de mit Teamfarben und Vereinslogo.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SKDy60/foto-kollektionen_spg_t-shirt-combi-men-skye-blue-138x112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1257300" cy="102412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Men Skye Blue</a:t>
            </a:r>
            <a:endParaRPr lang="en-US" sz="10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7" name="Image 1" descr="/var/folders/hm/sgq6d80d0vq133k7n8dc9bnw0000gn/T/maiershirts-SKDy60/foto-kollektionen_spg_hoodie-kids-heather-oxford-138x112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1851660" y="1234440"/>
            <a:ext cx="1257300" cy="1024128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185166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Kids Heather Oxford</a:t>
            </a:r>
            <a:endParaRPr lang="en-US" sz="10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185166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0" name="Image 2" descr="/var/folders/hm/sgq6d80d0vq133k7n8dc9bnw0000gn/T/maiershirts-SKDy60/foto-kollektionen_spg_short-drive-men-navy-138x112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3246120" y="1234440"/>
            <a:ext cx="1257300" cy="1024128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324612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"Drive" Men Navy</a:t>
            </a:r>
            <a:endParaRPr lang="en-US" sz="10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324612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3" name="Image 3" descr="/var/folders/hm/sgq6d80d0vq133k7n8dc9bnw0000gn/T/maiershirts-SKDy60/foto-kollektionen_spg_t-shirt-combi-women-sky-blue-138x112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40580" y="1234440"/>
            <a:ext cx="1257300" cy="1024128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64058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Women Sky Blue</a:t>
            </a:r>
            <a:endParaRPr lang="en-US" sz="10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64058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6" name="Image 4" descr="/var/folders/hm/sgq6d80d0vq133k7n8dc9bnw0000gn/T/maiershirts-SKDy60/foto-kollektionen_spg_rock-open-ii-women-navy-138x112.jp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6035040" y="1234440"/>
            <a:ext cx="1257300" cy="1024128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603504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Rock "Open II" Women Navy</a:t>
            </a:r>
            <a:endParaRPr lang="en-US" sz="1000" dirty="0"/>
          </a:p>
        </p:txBody>
      </p:sp>
      <p:sp>
        <p:nvSpPr>
          <p:cNvPr id="18" name="Text 0"/>
          <p:cNvSpPr txBox="1"/>
          <p:nvPr>
            <p:ph idx="117" type="body" hasCustomPrompt="1"/>
          </p:nvPr>
        </p:nvSpPr>
        <p:spPr>
          <a:xfrm>
            <a:off x="603504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9" name="Image 5" descr="/var/folders/hm/sgq6d80d0vq133k7n8dc9bnw0000gn/T/maiershirts-SKDy60/foto-kollektionen_spg_short-hobby-women-navy-138x112.jpg">    </p:cNvPr>
          <p:cNvPicPr>
            <a:picLocks noChangeAspect="1"/>
          </p:cNvPicPr>
          <p:nvPr>
            <p:ph idx="11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7429500" y="1234440"/>
            <a:ext cx="1257300" cy="1024128"/>
          </a:xfrm>
          <a:prstGeom prst="rect">
            <a:avLst/>
          </a:prstGeom>
        </p:spPr>
      </p:pic>
      <p:sp>
        <p:nvSpPr>
          <p:cNvPr id="20" name="Text 0"/>
          <p:cNvSpPr txBox="1"/>
          <p:nvPr>
            <p:ph idx="119" type="body" hasCustomPrompt="1"/>
          </p:nvPr>
        </p:nvSpPr>
        <p:spPr>
          <a:xfrm>
            <a:off x="74295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"Hobby" Women Navy</a:t>
            </a:r>
            <a:endParaRPr lang="en-US" sz="1000" dirty="0"/>
          </a:p>
        </p:txBody>
      </p:sp>
      <p:sp>
        <p:nvSpPr>
          <p:cNvPr id="21" name="Text 0"/>
          <p:cNvSpPr txBox="1"/>
          <p:nvPr>
            <p:ph idx="120" type="body" hasCustomPrompt="1"/>
          </p:nvPr>
        </p:nvSpPr>
        <p:spPr>
          <a:xfrm>
            <a:off x="74295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2" name="Image 6" descr="/var/folders/hm/sgq6d80d0vq133k7n8dc9bnw0000gn/T/maiershirts-SKDy60/foto-kollektionen_spg_sleevless-shirt-diana-women-sky-blue-138x112.jpg">    </p:cNvPr>
          <p:cNvPicPr>
            <a:picLocks noChangeAspect="1"/>
          </p:cNvPicPr>
          <p:nvPr>
            <p:ph idx="121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57200" y="2807208"/>
            <a:ext cx="1257300" cy="1024128"/>
          </a:xfrm>
          <a:prstGeom prst="rect">
            <a:avLst/>
          </a:prstGeom>
        </p:spPr>
      </p:pic>
      <p:sp>
        <p:nvSpPr>
          <p:cNvPr id="23" name="Text 0"/>
          <p:cNvSpPr txBox="1"/>
          <p:nvPr>
            <p:ph idx="122" type="body" hasCustomPrompt="1"/>
          </p:nvPr>
        </p:nvSpPr>
        <p:spPr>
          <a:xfrm>
            <a:off x="4572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Sleevless Shirt "Diana" Women Sky Blue</a:t>
            </a:r>
            <a:endParaRPr lang="en-US" sz="1000" dirty="0"/>
          </a:p>
        </p:txBody>
      </p:sp>
      <p:sp>
        <p:nvSpPr>
          <p:cNvPr id="24" name="Text 0"/>
          <p:cNvSpPr txBox="1"/>
          <p:nvPr>
            <p:ph idx="123" type="body" hasCustomPrompt="1"/>
          </p:nvPr>
        </p:nvSpPr>
        <p:spPr>
          <a:xfrm>
            <a:off x="4572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6" name="Text 0"/>
          <p:cNvSpPr/>
          <p:nvPr>
            <p:ph idx="124" hasCustomPrompt="1"/>
          </p:nvPr>
        </p:nvSpPr>
        <p:spPr>
          <a:xfrm>
            <a:off x="185166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7" name="Text 0"/>
          <p:cNvSpPr/>
          <p:nvPr>
            <p:ph idx="125" type="body" hasCustomPrompt="1"/>
          </p:nvPr>
        </p:nvSpPr>
        <p:spPr>
          <a:xfrm>
            <a:off x="185166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8" name="Text 0"/>
          <p:cNvSpPr/>
          <p:nvPr>
            <p:ph idx="126" type="body" hasCustomPrompt="1"/>
          </p:nvPr>
        </p:nvSpPr>
        <p:spPr>
          <a:xfrm>
            <a:off x="185166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9" name="Text 0"/>
          <p:cNvSpPr/>
          <p:nvPr>
            <p:ph idx="127" hasCustomPrompt="1"/>
          </p:nvPr>
        </p:nvSpPr>
        <p:spPr>
          <a:xfrm>
            <a:off x="324612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0" name="Text 0"/>
          <p:cNvSpPr/>
          <p:nvPr>
            <p:ph idx="128" type="body" hasCustomPrompt="1"/>
          </p:nvPr>
        </p:nvSpPr>
        <p:spPr>
          <a:xfrm>
            <a:off x="324612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1" name="Text 0"/>
          <p:cNvSpPr/>
          <p:nvPr>
            <p:ph idx="129" type="body" hasCustomPrompt="1"/>
          </p:nvPr>
        </p:nvSpPr>
        <p:spPr>
          <a:xfrm>
            <a:off x="324612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2" name="Text 0"/>
          <p:cNvSpPr/>
          <p:nvPr>
            <p:ph idx="130" hasCustomPrompt="1"/>
          </p:nvPr>
        </p:nvSpPr>
        <p:spPr>
          <a:xfrm>
            <a:off x="464058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3" name="Text 0"/>
          <p:cNvSpPr/>
          <p:nvPr>
            <p:ph idx="131" type="body" hasCustomPrompt="1"/>
          </p:nvPr>
        </p:nvSpPr>
        <p:spPr>
          <a:xfrm>
            <a:off x="464058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4" name="Text 0"/>
          <p:cNvSpPr/>
          <p:nvPr>
            <p:ph idx="132" type="body" hasCustomPrompt="1"/>
          </p:nvPr>
        </p:nvSpPr>
        <p:spPr>
          <a:xfrm>
            <a:off x="464058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5" name="Text 0"/>
          <p:cNvSpPr/>
          <p:nvPr>
            <p:ph idx="133" hasCustomPrompt="1"/>
          </p:nvPr>
        </p:nvSpPr>
        <p:spPr>
          <a:xfrm>
            <a:off x="603504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6" name="Text 0"/>
          <p:cNvSpPr/>
          <p:nvPr>
            <p:ph idx="134" type="body" hasCustomPrompt="1"/>
          </p:nvPr>
        </p:nvSpPr>
        <p:spPr>
          <a:xfrm>
            <a:off x="603504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7" name="Text 0"/>
          <p:cNvSpPr/>
          <p:nvPr>
            <p:ph idx="135" type="body" hasCustomPrompt="1"/>
          </p:nvPr>
        </p:nvSpPr>
        <p:spPr>
          <a:xfrm>
            <a:off x="603504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8" name="Text 0"/>
          <p:cNvSpPr/>
          <p:nvPr>
            <p:ph idx="136" hasCustomPrompt="1"/>
          </p:nvPr>
        </p:nvSpPr>
        <p:spPr>
          <a:xfrm>
            <a:off x="742950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9" name="Text 0"/>
          <p:cNvSpPr/>
          <p:nvPr>
            <p:ph idx="137" type="body" hasCustomPrompt="1"/>
          </p:nvPr>
        </p:nvSpPr>
        <p:spPr>
          <a:xfrm>
            <a:off x="74295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0" name="Text 0"/>
          <p:cNvSpPr/>
          <p:nvPr>
            <p:ph idx="138" type="body" hasCustomPrompt="1"/>
          </p:nvPr>
        </p:nvSpPr>
        <p:spPr>
          <a:xfrm>
            <a:off x="74295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für Vereine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Vom Jubiläums-Shirt bis zum Trainingslager: vier Beispiele aus der Werkstatt.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SKDy60/foto-projekt-1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Crew-Shirts zum 125-jährigen Jubiläum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SKDy60/foto-projekt-4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Trainingslager-Shirts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SKDy60/foto-projekt-3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Biwakschachtel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Kepi Climbing Team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SKDy60/foto-projekt-7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Ämmerles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Schürzen mit Vollfarbmotiv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auf uns setzen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Vereine aus der ganzen Region lassen bei uns ausstatten.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SKDy60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11976" y="1472184"/>
            <a:ext cx="1210688" cy="70408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SKDy60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21950" y="1472184"/>
            <a:ext cx="1396979" cy="704088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SKDy60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55126" y="1472184"/>
            <a:ext cx="536867" cy="704088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SKDy60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74636" y="1472184"/>
            <a:ext cx="704088" cy="704088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SKDy60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54444" y="3072384"/>
            <a:ext cx="725752" cy="704088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SKDy60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68396" y="3072384"/>
            <a:ext cx="704088" cy="704088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SKDy60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69992" y="3072384"/>
            <a:ext cx="707136" cy="704088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SKDy60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04304" y="3089861"/>
            <a:ext cx="1444752" cy="669133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Für Unternehmen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Workwear, Teamkleidung und Werbetextilien mit Ihrem Logo. Waschbeständig, nachbestellbar, aus einer Hand.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für Unternehmen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 und Teamkleidung: Beispiele aus der Werkstatt.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SKDy60/foto-projekt-2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ROX Herrenberg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Kletterer-Motiv im Vollfarbdruck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SKDy60/foto-projekt-6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Broghammer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Workwear-Shirts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SKDy60/foto-projekt-5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 mit Firmenlogo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SKDy60/foto-isic-kollektion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Polo, Zip-Sweatshirt und Shirt für das ganze Team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 Detail: Emin Isic Montagebau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Montagebetrieb, Tübingen · Arbeitskleidung für das ganze Team</a:t>
            </a:r>
            <a:endParaRPr lang="en-US" sz="12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Aufgabe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Einheitliche Arbeitskleidung vom Polo bis zum Sweatshirt, mit Firmenlogo auf der Brust und Handwerker-Motiv auf dem Rücken.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Umsetzung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Polo-Shirts und Zip-Sweatshirts in Weiß, Logo auf Brust und Ärmel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in Weiß und Rot mit Rückenmotiv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Einfarbiger Druck, waschbeständig für den Baustellenalltag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 sind im System hinterlegt, Nachbestellung jederzeit möglich</a:t>
            </a:r>
            <a:endParaRPr lang="en-US" sz="1600" dirty="0"/>
          </a:p>
        </p:txBody>
      </p:sp>
      <p:pic>
        <p:nvPicPr>
          <p:cNvPr id="5" name="Image 0" descr="/var/folders/hm/sgq6d80d0vq133k7n8dc9bnw0000gn/T/maiershirts-SKDy60/foto-isic-kollektion-550x200.jp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3657600" y="1234440"/>
            <a:ext cx="5029200" cy="1828800"/>
          </a:xfrm>
          <a:prstGeom prst="rect">
            <a:avLst/>
          </a:prstGeom>
        </p:spPr>
      </p:pic>
      <p:pic>
        <p:nvPicPr>
          <p:cNvPr id="6" name="Image 1" descr="/var/folders/hm/sgq6d80d0vq133k7n8dc9bnw0000gn/T/maiershirts-SKDy60/foto-isic-polo-173x130.jp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657600" y="3200400"/>
            <a:ext cx="1581912" cy="1188720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Polo, Brust und Ärmel</a:t>
            </a:r>
            <a:endParaRPr lang="en-US" sz="1000" dirty="0"/>
          </a:p>
        </p:txBody>
      </p:sp>
      <p:pic>
        <p:nvPicPr>
          <p:cNvPr id="8" name="Image 2" descr="/var/folders/hm/sgq6d80d0vq133k7n8dc9bnw0000gn/T/maiershirts-SKDy60/foto-isic-zip-173x130.jp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81244" y="3200400"/>
            <a:ext cx="1581912" cy="1188720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Zip-Sweatshirt, Ärmel</a:t>
            </a:r>
            <a:endParaRPr lang="en-US" sz="1000" dirty="0"/>
          </a:p>
        </p:txBody>
      </p:sp>
      <p:pic>
        <p:nvPicPr>
          <p:cNvPr id="10" name="Image 3" descr="/var/folders/hm/sgq6d80d0vq133k7n8dc9bnw0000gn/T/maiershirts-SKDy60/foto-isic-shirt-173x130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04888" y="3200400"/>
            <a:ext cx="1581912" cy="118872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T-Shirt, Rückenmotiv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auf uns setzen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SKDy60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988244" y="1472184"/>
            <a:ext cx="858152" cy="237744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SKDy60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798064" y="1481605"/>
            <a:ext cx="1444752" cy="218902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SKDy60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073777" y="1472184"/>
            <a:ext cx="1099566" cy="237744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SKDy60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433462" y="1472184"/>
            <a:ext cx="586435" cy="237744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SKDy60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243863" y="2258568"/>
            <a:ext cx="346914" cy="237744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SKDy60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70428" y="2258568"/>
            <a:ext cx="700024" cy="237744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SKDy60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482216" y="2258568"/>
            <a:ext cx="282688" cy="237744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SKDy60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460046" y="2258568"/>
            <a:ext cx="533269" cy="237744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SKDy60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1181557" y="3044952"/>
            <a:ext cx="471526" cy="237744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SKDy60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343066" y="3044952"/>
            <a:ext cx="354749" cy="237744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SKDy60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504261" y="3044952"/>
            <a:ext cx="238598" cy="237744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SKDy60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142886" y="3044952"/>
            <a:ext cx="1167587" cy="237744"/>
          </a:xfrm>
          <a:prstGeom prst="rect">
            <a:avLst/>
          </a:prstGeom>
        </p:spPr>
      </p:pic>
      <p:pic>
        <p:nvPicPr>
          <p:cNvPr id="16" name="Image 12" descr="/var/folders/hm/sgq6d80d0vq133k7n8dc9bnw0000gn/T/maiershirts-SKDy60/ref-unternehmen-0-12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13"/>
          <a:stretch>
            <a:fillRect/>
          </a:stretch>
        </p:blipFill>
        <p:spPr>
          <a:xfrm>
            <a:off x="1285606" y="3831336"/>
            <a:ext cx="263428" cy="237744"/>
          </a:xfrm>
          <a:prstGeom prst="rect">
            <a:avLst/>
          </a:prstGeom>
        </p:spPr>
      </p:pic>
      <p:pic>
        <p:nvPicPr>
          <p:cNvPr id="17" name="Image 13" descr="/var/folders/hm/sgq6d80d0vq133k7n8dc9bnw0000gn/T/maiershirts-SKDy60/ref-unternehmen-0-13.png">    </p:cNvPr>
          <p:cNvPicPr>
            <a:picLocks noChangeAspect="1"/>
          </p:cNvPicPr>
          <p:nvPr>
            <p:ph idx="116" type="pic" hasCustomPrompt="1"/>
          </p:nvPr>
        </p:nvPicPr>
        <p:blipFill>
          <a:blip r:embed="rId14"/>
          <a:stretch>
            <a:fillRect/>
          </a:stretch>
        </p:blipFill>
        <p:spPr>
          <a:xfrm>
            <a:off x="3204747" y="3831336"/>
            <a:ext cx="631386" cy="237744"/>
          </a:xfrm>
          <a:prstGeom prst="rect">
            <a:avLst/>
          </a:prstGeom>
        </p:spPr>
      </p:pic>
      <p:sp>
        <p:nvSpPr>
          <p:cNvPr id="19" name="Text 0"/>
          <p:cNvSpPr/>
          <p:nvPr>
            <p:ph idx="117" hasCustomPrompt="1"/>
          </p:nvPr>
        </p:nvSpPr>
        <p:spPr>
          <a:xfrm>
            <a:off x="4773168" y="3703320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0"/>
          <p:cNvSpPr/>
          <p:nvPr>
            <p:ph idx="118" hasCustomPrompt="1"/>
          </p:nvPr>
        </p:nvSpPr>
        <p:spPr>
          <a:xfrm>
            <a:off x="6876288" y="3703320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Der nächste Schritt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 und Wunschtextil schicken, wir melden uns innerhalb von 48 Stunden mit Angebot und Mockup.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SKDy60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+49 171 9005694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office@maiershirts.de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per Mail oder Telefon, Angebot innerhalb von 48 Stunden. Für Vereine: Termin zur Kollektionsplanung, danach geht der Shop online.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SKDy60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2026-09-24T08:32:33Z</dcterms:created>
  <dcterms:modified xsi:type="dcterms:W3CDTF">2026-09-24T08:32:33Z</dcterms:modified>
</cp:coreProperties>
</file>