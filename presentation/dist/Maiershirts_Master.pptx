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MS_TITEL. Für ein Kundenangebot: Feld „Firmenpräsentation“ durch „Angebot für: Kunde · Projekt“ ersetzen, Datum und Angebotsnummer eintragen.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MS_FREI_SAND: Text links, vier Karten rechts.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MS_BILD_VOLL: Foto über die volle Breite, Bildunterschrift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MS_PROZESS: vier nummerierte Schritte.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MS_VERFAHREN: vier Verfahren mit Einsatzgebiet und Kennwerten. Inhalte aus dem Veredelungs-Leitfaden. Handmuster-Karte zum Termin mitnehmen.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MS_ABSCHNITT: Nummer, Titel, Kurzbeschreibung.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MS_PROZESS als Vereinsshop-Folie. Ansprache „ihr“, passend zum Vereinsteil.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MS_KOLLEKTION: bis zu zwölf Artikel mit Mockup und Name. Quelle: assets/fotos/kollektionen/spg.json (aus dem Shopify-Vereinsshop).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MS_KOLLEKTION: bis zu zwölf Artikel mit Mockup und Name. Quelle: assets/fotos/kollektionen/spg.json (aus dem Shopify-Vereinsshop).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MS_PROJEKTE: ein großes und drei kleine Fotos mit Kunde und Kurztext im Bild. Einträge in assets/fotos/projekte-vereine.json, Fotos daneben.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MS_REFERENZEN_WAPPEN: 8 Logo-Felder, 8 belegt aus assets/referenzen/vereine. Logo per Klick auf ein Feld einsetzen; bei Beschnitt: Bildformat → Zuschneiden →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MS_ABSCHNITT: Nummer, Titel, Kurzbeschreibung.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MS_PROJEKTE: ein großes und drei kleine Fotos mit Kunde und Kurztext im Bild. Einträge in assets/fotos/projekte-unternehmen.json, Fotos daneben.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MS_PROJEKT_KUNDE: ein Kunde im Detail. Text links, Kollektionsfoto oben rechts, drei Einzelteile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MS_REFERENZEN: 16 Logo-Felder, 14 belegt aus assets/referenzen/unternehmen. Logo per Klick auf ein Feld einsetzen; bei Beschnitt: Bildformat → Zuschneiden →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MS_ABSCHLUSS. Porträt und QR-Code sind Platzhalterbilder: eigenes Foto und einen echten QR-Code (z. B. auf maiershirts.de) einsetzen.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MS_TITEL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MS_ABSCHNIT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MS_BILD_VOLL-image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MS_KENNZAHLEN-image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MS_PROZESS-image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MS_VERFAHREN-image-2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image" Target="../media/MS_PREISSTAFFEL-image-2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image" Target="../media/MS_ANGEBOT-image-2.pn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image" Target="../media/MS_REFERENZEN-image-2.pn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image" Target="../media/MS_REFERENZEN_WAPPEN-image-2.png"/><Relationship Id="rId3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1-1.png"/><Relationship Id="rId2" Type="http://schemas.openxmlformats.org/officeDocument/2006/relationships/image" Target="../media/MS_ABSCHLUSS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1463040" cy="80467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Titel der Präsentation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26080"/>
            <a:ext cx="6583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Untertitel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6583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Angebot für: Kunde · Projekt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4206240"/>
            <a:ext cx="65836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Datum · Angebotsnummer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ABSCHNIT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1463040" cy="80467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2743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819E7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819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2860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Abschnittstitel</a:t>
            </a:r>
            <a:endParaRPr lang="en-US" sz="3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15468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Kurzbeschreibung des Abschnitts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eingeben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INHALT_SAND">
    <p:bg>
      <p:bgPr>
        <a:solidFill>
          <a:srgbClr val="E8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eingeben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FRE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FREI_SAND">
    <p:bg>
      <p:bgPr>
        <a:solidFill>
          <a:srgbClr val="E8DF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BIL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457200" y="1234440"/>
            <a:ext cx="402336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846320" y="1234440"/>
            <a:ext cx="384048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eingeben</a:t>
            </a:r>
            <a:endParaRPr lang="en-US" sz="1600" dirty="0"/>
          </a:p>
        </p:txBody>
      </p:sp>
      <p:sp>
        <p:nvSpPr>
          <p:cNvPr id="6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BILD_VOL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pic" hasCustomPrompt="1"/>
          </p:nvPr>
        </p:nvSpPr>
        <p:spPr>
          <a:xfrm>
            <a:off x="0" y="0"/>
            <a:ext cx="91440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pic>
        <p:nvPicPr>
          <p:cNvPr id="3" name="Image 0" descr="/Users/stefanmaier/Documents/GitHub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4206240"/>
            <a:ext cx="868680" cy="4572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977640"/>
            <a:ext cx="69494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Bildunterschrift</a:t>
            </a:r>
            <a:endParaRPr lang="en-US" sz="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48056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Ergänzung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KENNZAHL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554480"/>
            <a:ext cx="2194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die Zahl bedeutet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Zeitraum / Quelle</a:t>
            </a:r>
            <a:endParaRPr lang="en-US" sz="12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3474720" y="1554480"/>
            <a:ext cx="2194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</a:t>
            </a:r>
            <a:endParaRPr lang="en-US" sz="44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347472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die Zahl bedeutet</a:t>
            </a:r>
            <a:endParaRPr lang="en-US" sz="16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Zeitraum / Quelle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6263640" y="1554480"/>
            <a:ext cx="2194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9" type="body" hasCustomPrompt="1"/>
          </p:nvPr>
        </p:nvSpPr>
        <p:spPr>
          <a:xfrm>
            <a:off x="626364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die Zahl bedeutet</a:t>
            </a:r>
            <a:endParaRPr lang="en-US" sz="16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626364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Zeitraum / Quelle</a:t>
            </a:r>
            <a:endParaRPr lang="en-US" sz="1200" dirty="0"/>
          </a:p>
        </p:txBody>
      </p:sp>
      <p:sp>
        <p:nvSpPr>
          <p:cNvPr id="13" name="Text 0"/>
          <p:cNvSpPr/>
          <p:nvPr>
            <p:ph idx="111" type="body" hasCustomPrompt="1"/>
          </p:nvPr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Hinweis</a:t>
            </a:r>
            <a:endParaRPr lang="en-US" sz="1200" dirty="0"/>
          </a:p>
        </p:txBody>
      </p:sp>
      <p:sp>
        <p:nvSpPr>
          <p:cNvPr id="14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PROZES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Schritt 1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572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in diesem Schritt passiert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26517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214884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Schritt 2</a:t>
            </a:r>
            <a:endParaRPr lang="en-US" sz="1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214884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in diesem Schritt passiert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47548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425196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Schritt 3</a:t>
            </a:r>
            <a:endParaRPr lang="en-US" sz="16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425196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in diesem Schritt passiert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68580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6355080" y="2743200"/>
            <a:ext cx="1920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Schritt 4</a:t>
            </a:r>
            <a:endParaRPr lang="en-US" sz="16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635508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in diesem Schritt passiert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VERFAHR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Welche Technik zu welchem Projekt passt</a:t>
            </a: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621792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1792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Verfahren</a:t>
            </a:r>
            <a:endParaRPr lang="en-US" sz="16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21792" y="1938528"/>
            <a:ext cx="1645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für …</a:t>
            </a:r>
            <a:endParaRPr lang="en-US" sz="1200" dirty="0"/>
          </a:p>
        </p:txBody>
      </p:sp>
      <p:sp>
        <p:nvSpPr>
          <p:cNvPr id="8" name="Text 1"/>
          <p:cNvSpPr/>
          <p:nvPr/>
        </p:nvSpPr>
        <p:spPr>
          <a:xfrm>
            <a:off x="621792" y="30906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Wäsche</a:t>
            </a:r>
            <a:endParaRPr lang="en-US" sz="10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1261872" y="3090672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621792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Auflage</a:t>
            </a:r>
            <a:endParaRPr lang="en-US" sz="10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1261872" y="3419856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12" name="Text 3"/>
          <p:cNvSpPr/>
          <p:nvPr/>
        </p:nvSpPr>
        <p:spPr>
          <a:xfrm>
            <a:off x="621792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Farbe</a:t>
            </a:r>
            <a:endParaRPr lang="en-US" sz="10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1261872" y="3749040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2724912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5"/>
          <p:cNvSpPr/>
          <p:nvPr>
            <p:ph idx="113" type="body" hasCustomPrompt="1"/>
          </p:nvPr>
        </p:nvSpPr>
        <p:spPr>
          <a:xfrm>
            <a:off x="2724912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Verfahren</a:t>
            </a:r>
            <a:endParaRPr lang="en-US" sz="1600" dirty="0"/>
          </a:p>
        </p:txBody>
      </p:sp>
      <p:sp>
        <p:nvSpPr>
          <p:cNvPr id="16" name="Text 5"/>
          <p:cNvSpPr/>
          <p:nvPr>
            <p:ph idx="114" type="body" hasCustomPrompt="1"/>
          </p:nvPr>
        </p:nvSpPr>
        <p:spPr>
          <a:xfrm>
            <a:off x="2724912" y="1938528"/>
            <a:ext cx="1645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für …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2724912" y="30906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Wäsche</a:t>
            </a:r>
            <a:endParaRPr lang="en-US" sz="1000" dirty="0"/>
          </a:p>
        </p:txBody>
      </p:sp>
      <p:sp>
        <p:nvSpPr>
          <p:cNvPr id="18" name="Text 6"/>
          <p:cNvSpPr/>
          <p:nvPr>
            <p:ph idx="116" type="body" hasCustomPrompt="1"/>
          </p:nvPr>
        </p:nvSpPr>
        <p:spPr>
          <a:xfrm>
            <a:off x="3364992" y="3090672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2724912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Auflage</a:t>
            </a:r>
            <a:endParaRPr lang="en-US" sz="1000" dirty="0"/>
          </a:p>
        </p:txBody>
      </p:sp>
      <p:sp>
        <p:nvSpPr>
          <p:cNvPr id="20" name="Text 7"/>
          <p:cNvSpPr/>
          <p:nvPr>
            <p:ph idx="118" type="body" hasCustomPrompt="1"/>
          </p:nvPr>
        </p:nvSpPr>
        <p:spPr>
          <a:xfrm>
            <a:off x="3364992" y="3419856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2724912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Farbe</a:t>
            </a:r>
            <a:endParaRPr lang="en-US" sz="1000" dirty="0"/>
          </a:p>
        </p:txBody>
      </p:sp>
      <p:sp>
        <p:nvSpPr>
          <p:cNvPr id="22" name="Text 8"/>
          <p:cNvSpPr/>
          <p:nvPr>
            <p:ph idx="120" type="body" hasCustomPrompt="1"/>
          </p:nvPr>
        </p:nvSpPr>
        <p:spPr>
          <a:xfrm>
            <a:off x="3364992" y="3749040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4828032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9"/>
          <p:cNvSpPr/>
          <p:nvPr>
            <p:ph idx="122" type="body" hasCustomPrompt="1"/>
          </p:nvPr>
        </p:nvSpPr>
        <p:spPr>
          <a:xfrm>
            <a:off x="4828032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Verfahren</a:t>
            </a:r>
            <a:endParaRPr lang="en-US" sz="1600" dirty="0"/>
          </a:p>
        </p:txBody>
      </p:sp>
      <p:sp>
        <p:nvSpPr>
          <p:cNvPr id="25" name="Text 9"/>
          <p:cNvSpPr/>
          <p:nvPr>
            <p:ph idx="123" type="body" hasCustomPrompt="1"/>
          </p:nvPr>
        </p:nvSpPr>
        <p:spPr>
          <a:xfrm>
            <a:off x="4828032" y="1938528"/>
            <a:ext cx="1645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für …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4828032" y="30906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Wäsche</a:t>
            </a:r>
            <a:endParaRPr lang="en-US" sz="1000" dirty="0"/>
          </a:p>
        </p:txBody>
      </p:sp>
      <p:sp>
        <p:nvSpPr>
          <p:cNvPr id="27" name="Text 10"/>
          <p:cNvSpPr/>
          <p:nvPr>
            <p:ph idx="125" type="body" hasCustomPrompt="1"/>
          </p:nvPr>
        </p:nvSpPr>
        <p:spPr>
          <a:xfrm>
            <a:off x="5468112" y="3090672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4828032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Auflage</a:t>
            </a:r>
            <a:endParaRPr lang="en-US" sz="1000" dirty="0"/>
          </a:p>
        </p:txBody>
      </p:sp>
      <p:sp>
        <p:nvSpPr>
          <p:cNvPr id="29" name="Text 11"/>
          <p:cNvSpPr/>
          <p:nvPr>
            <p:ph idx="127" type="body" hasCustomPrompt="1"/>
          </p:nvPr>
        </p:nvSpPr>
        <p:spPr>
          <a:xfrm>
            <a:off x="5468112" y="3419856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4828032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Farbe</a:t>
            </a:r>
            <a:endParaRPr lang="en-US" sz="1000" dirty="0"/>
          </a:p>
        </p:txBody>
      </p:sp>
      <p:sp>
        <p:nvSpPr>
          <p:cNvPr id="31" name="Text 12"/>
          <p:cNvSpPr/>
          <p:nvPr>
            <p:ph idx="129" type="body" hasCustomPrompt="1"/>
          </p:nvPr>
        </p:nvSpPr>
        <p:spPr>
          <a:xfrm>
            <a:off x="5468112" y="3749040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931152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13"/>
          <p:cNvSpPr/>
          <p:nvPr>
            <p:ph idx="131" type="body" hasCustomPrompt="1"/>
          </p:nvPr>
        </p:nvSpPr>
        <p:spPr>
          <a:xfrm>
            <a:off x="6931152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Verfahren</a:t>
            </a:r>
            <a:endParaRPr lang="en-US" sz="1600" dirty="0"/>
          </a:p>
        </p:txBody>
      </p:sp>
      <p:sp>
        <p:nvSpPr>
          <p:cNvPr id="34" name="Text 13"/>
          <p:cNvSpPr/>
          <p:nvPr>
            <p:ph idx="132" type="body" hasCustomPrompt="1"/>
          </p:nvPr>
        </p:nvSpPr>
        <p:spPr>
          <a:xfrm>
            <a:off x="6931152" y="1938528"/>
            <a:ext cx="1645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für …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931152" y="30906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Wäsche</a:t>
            </a:r>
            <a:endParaRPr lang="en-US" sz="1000" dirty="0"/>
          </a:p>
        </p:txBody>
      </p:sp>
      <p:sp>
        <p:nvSpPr>
          <p:cNvPr id="36" name="Text 14"/>
          <p:cNvSpPr/>
          <p:nvPr>
            <p:ph idx="134" type="body" hasCustomPrompt="1"/>
          </p:nvPr>
        </p:nvSpPr>
        <p:spPr>
          <a:xfrm>
            <a:off x="7571232" y="3090672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931152" y="34198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Auflage</a:t>
            </a:r>
            <a:endParaRPr lang="en-US" sz="1000" dirty="0"/>
          </a:p>
        </p:txBody>
      </p:sp>
      <p:sp>
        <p:nvSpPr>
          <p:cNvPr id="38" name="Text 15"/>
          <p:cNvSpPr/>
          <p:nvPr>
            <p:ph idx="136" type="body" hasCustomPrompt="1"/>
          </p:nvPr>
        </p:nvSpPr>
        <p:spPr>
          <a:xfrm>
            <a:off x="7571232" y="3419856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6931152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Farbe</a:t>
            </a:r>
            <a:endParaRPr lang="en-US" sz="1000" dirty="0"/>
          </a:p>
        </p:txBody>
      </p:sp>
      <p:sp>
        <p:nvSpPr>
          <p:cNvPr id="40" name="Text 16"/>
          <p:cNvSpPr/>
          <p:nvPr>
            <p:ph idx="138" type="body" hasCustomPrompt="1"/>
          </p:nvPr>
        </p:nvSpPr>
        <p:spPr>
          <a:xfrm>
            <a:off x="7571232" y="3749040"/>
            <a:ext cx="1005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200" dirty="0"/>
          </a:p>
        </p:txBody>
      </p:sp>
      <p:sp>
        <p:nvSpPr>
          <p:cNvPr id="41" name="Text 16"/>
          <p:cNvSpPr/>
          <p:nvPr>
            <p:ph idx="139" type="body" hasCustomPrompt="1"/>
          </p:nvPr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 entschieden: …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PROJEK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wir zuletzt umgesetzt haben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57200" y="1234440"/>
            <a:ext cx="402336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94360" y="3867912"/>
            <a:ext cx="37490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Kunde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594360" y="4142232"/>
            <a:ext cx="37490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wir gemacht haben</a:t>
            </a:r>
            <a:endParaRPr lang="en-US" sz="1000" dirty="0"/>
          </a:p>
        </p:txBody>
      </p:sp>
      <p:sp>
        <p:nvSpPr>
          <p:cNvPr id="8" name="Text 0"/>
          <p:cNvSpPr/>
          <p:nvPr>
            <p:ph idx="106" type="pic" hasCustomPrompt="1"/>
          </p:nvPr>
        </p:nvSpPr>
        <p:spPr>
          <a:xfrm>
            <a:off x="4663440" y="1234440"/>
            <a:ext cx="19659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4800600" y="2267712"/>
            <a:ext cx="16916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Kunde</a:t>
            </a:r>
            <a:endParaRPr lang="en-US" sz="13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4800600" y="2505456"/>
            <a:ext cx="169164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wir gemacht haben</a:t>
            </a:r>
            <a:endParaRPr lang="en-US" sz="1000" dirty="0"/>
          </a:p>
        </p:txBody>
      </p:sp>
      <p:sp>
        <p:nvSpPr>
          <p:cNvPr id="11" name="Text 0"/>
          <p:cNvSpPr/>
          <p:nvPr>
            <p:ph idx="109" type="pic" hasCustomPrompt="1"/>
          </p:nvPr>
        </p:nvSpPr>
        <p:spPr>
          <a:xfrm>
            <a:off x="6812280" y="1234440"/>
            <a:ext cx="187452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6949440" y="2267712"/>
            <a:ext cx="1600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Kunde</a:t>
            </a:r>
            <a:endParaRPr lang="en-US" sz="1300" dirty="0"/>
          </a:p>
        </p:txBody>
      </p:sp>
      <p:sp>
        <p:nvSpPr>
          <p:cNvPr id="13" name="Text 0"/>
          <p:cNvSpPr/>
          <p:nvPr>
            <p:ph idx="111" type="body" hasCustomPrompt="1"/>
          </p:nvPr>
        </p:nvSpPr>
        <p:spPr>
          <a:xfrm>
            <a:off x="6949440" y="2505456"/>
            <a:ext cx="16002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wir gemacht haben</a:t>
            </a:r>
            <a:endParaRPr lang="en-US" sz="1000" dirty="0"/>
          </a:p>
        </p:txBody>
      </p:sp>
      <p:sp>
        <p:nvSpPr>
          <p:cNvPr id="14" name="Text 0"/>
          <p:cNvSpPr/>
          <p:nvPr>
            <p:ph idx="112" type="pic" hasCustomPrompt="1"/>
          </p:nvPr>
        </p:nvSpPr>
        <p:spPr>
          <a:xfrm>
            <a:off x="4663440" y="2926080"/>
            <a:ext cx="40233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5" name="Text 0"/>
          <p:cNvSpPr/>
          <p:nvPr>
            <p:ph idx="113" type="body" hasCustomPrompt="1"/>
          </p:nvPr>
        </p:nvSpPr>
        <p:spPr>
          <a:xfrm>
            <a:off x="4800600" y="3959352"/>
            <a:ext cx="37490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Kunde</a:t>
            </a:r>
            <a:endParaRPr lang="en-US" sz="1300" dirty="0"/>
          </a:p>
        </p:txBody>
      </p:sp>
      <p:sp>
        <p:nvSpPr>
          <p:cNvPr id="16" name="Text 0"/>
          <p:cNvSpPr/>
          <p:nvPr>
            <p:ph idx="114" type="body" hasCustomPrompt="1"/>
          </p:nvPr>
        </p:nvSpPr>
        <p:spPr>
          <a:xfrm>
            <a:off x="4800600" y="4197096"/>
            <a:ext cx="374904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wir gemacht haben</a:t>
            </a:r>
            <a:endParaRPr lang="en-US" sz="1000" dirty="0"/>
          </a:p>
        </p:txBody>
      </p:sp>
      <p:sp>
        <p:nvSpPr>
          <p:cNvPr id="17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PROJEKT_KU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 · Ort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1234440"/>
            <a:ext cx="29260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eingeben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pic" hasCustomPrompt="1"/>
          </p:nvPr>
        </p:nvSpPr>
        <p:spPr>
          <a:xfrm>
            <a:off x="3657600" y="1234440"/>
            <a:ext cx="50292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7" name="Text 0"/>
          <p:cNvSpPr/>
          <p:nvPr>
            <p:ph idx="105" type="pic" hasCustomPrompt="1"/>
          </p:nvPr>
        </p:nvSpPr>
        <p:spPr>
          <a:xfrm>
            <a:off x="3657600" y="3200400"/>
            <a:ext cx="158191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3657600" y="4416552"/>
            <a:ext cx="158191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Teil</a:t>
            </a:r>
            <a:endParaRPr lang="en-US" sz="1000" dirty="0"/>
          </a:p>
        </p:txBody>
      </p:sp>
      <p:sp>
        <p:nvSpPr>
          <p:cNvPr id="9" name="Text 0"/>
          <p:cNvSpPr/>
          <p:nvPr>
            <p:ph idx="107" type="pic" hasCustomPrompt="1"/>
          </p:nvPr>
        </p:nvSpPr>
        <p:spPr>
          <a:xfrm>
            <a:off x="5381244" y="3200400"/>
            <a:ext cx="158191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5381244" y="4416552"/>
            <a:ext cx="158191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Teil</a:t>
            </a:r>
            <a:endParaRPr lang="en-US" sz="1000" dirty="0"/>
          </a:p>
        </p:txBody>
      </p:sp>
      <p:sp>
        <p:nvSpPr>
          <p:cNvPr id="11" name="Text 0"/>
          <p:cNvSpPr/>
          <p:nvPr>
            <p:ph idx="109" type="pic" hasCustomPrompt="1"/>
          </p:nvPr>
        </p:nvSpPr>
        <p:spPr>
          <a:xfrm>
            <a:off x="7104888" y="3200400"/>
            <a:ext cx="158191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7104888" y="4416552"/>
            <a:ext cx="158191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Teil</a:t>
            </a:r>
            <a:endParaRPr lang="en-US" sz="1000" dirty="0"/>
          </a:p>
        </p:txBody>
      </p:sp>
      <p:sp>
        <p:nvSpPr>
          <p:cNvPr id="13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KOLLEK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die Kollektion ausmacht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57200" y="1234440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57200" y="2276856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457200" y="2587752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8" name="Text 0"/>
          <p:cNvSpPr/>
          <p:nvPr>
            <p:ph idx="106" type="pic" hasCustomPrompt="1"/>
          </p:nvPr>
        </p:nvSpPr>
        <p:spPr>
          <a:xfrm>
            <a:off x="1851660" y="1234440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1851660" y="2276856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1851660" y="2587752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11" name="Text 0"/>
          <p:cNvSpPr/>
          <p:nvPr>
            <p:ph idx="109" type="pic" hasCustomPrompt="1"/>
          </p:nvPr>
        </p:nvSpPr>
        <p:spPr>
          <a:xfrm>
            <a:off x="3246120" y="1234440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3246120" y="2276856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13" name="Text 0"/>
          <p:cNvSpPr/>
          <p:nvPr>
            <p:ph idx="111" type="body" hasCustomPrompt="1"/>
          </p:nvPr>
        </p:nvSpPr>
        <p:spPr>
          <a:xfrm>
            <a:off x="3246120" y="2587752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14" name="Text 0"/>
          <p:cNvSpPr/>
          <p:nvPr>
            <p:ph idx="112" type="pic" hasCustomPrompt="1"/>
          </p:nvPr>
        </p:nvSpPr>
        <p:spPr>
          <a:xfrm>
            <a:off x="4640580" y="1234440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5" name="Text 0"/>
          <p:cNvSpPr/>
          <p:nvPr>
            <p:ph idx="113" type="body" hasCustomPrompt="1"/>
          </p:nvPr>
        </p:nvSpPr>
        <p:spPr>
          <a:xfrm>
            <a:off x="4640580" y="2276856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16" name="Text 0"/>
          <p:cNvSpPr/>
          <p:nvPr>
            <p:ph idx="114" type="body" hasCustomPrompt="1"/>
          </p:nvPr>
        </p:nvSpPr>
        <p:spPr>
          <a:xfrm>
            <a:off x="4640580" y="2587752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17" name="Text 0"/>
          <p:cNvSpPr/>
          <p:nvPr>
            <p:ph idx="115" type="pic" hasCustomPrompt="1"/>
          </p:nvPr>
        </p:nvSpPr>
        <p:spPr>
          <a:xfrm>
            <a:off x="6035040" y="1234440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8" name="Text 0"/>
          <p:cNvSpPr/>
          <p:nvPr>
            <p:ph idx="116" type="body" hasCustomPrompt="1"/>
          </p:nvPr>
        </p:nvSpPr>
        <p:spPr>
          <a:xfrm>
            <a:off x="6035040" y="2276856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19" name="Text 0"/>
          <p:cNvSpPr/>
          <p:nvPr>
            <p:ph idx="117" type="body" hasCustomPrompt="1"/>
          </p:nvPr>
        </p:nvSpPr>
        <p:spPr>
          <a:xfrm>
            <a:off x="6035040" y="2587752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20" name="Text 0"/>
          <p:cNvSpPr/>
          <p:nvPr>
            <p:ph idx="118" type="pic" hasCustomPrompt="1"/>
          </p:nvPr>
        </p:nvSpPr>
        <p:spPr>
          <a:xfrm>
            <a:off x="7429500" y="1234440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21" name="Text 0"/>
          <p:cNvSpPr/>
          <p:nvPr>
            <p:ph idx="119" type="body" hasCustomPrompt="1"/>
          </p:nvPr>
        </p:nvSpPr>
        <p:spPr>
          <a:xfrm>
            <a:off x="7429500" y="2276856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22" name="Text 0"/>
          <p:cNvSpPr/>
          <p:nvPr>
            <p:ph idx="120" type="body" hasCustomPrompt="1"/>
          </p:nvPr>
        </p:nvSpPr>
        <p:spPr>
          <a:xfrm>
            <a:off x="7429500" y="2587752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23" name="Text 0"/>
          <p:cNvSpPr/>
          <p:nvPr>
            <p:ph idx="121" type="pic" hasCustomPrompt="1"/>
          </p:nvPr>
        </p:nvSpPr>
        <p:spPr>
          <a:xfrm>
            <a:off x="457200" y="2807208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24" name="Text 0"/>
          <p:cNvSpPr/>
          <p:nvPr>
            <p:ph idx="122" type="body" hasCustomPrompt="1"/>
          </p:nvPr>
        </p:nvSpPr>
        <p:spPr>
          <a:xfrm>
            <a:off x="457200" y="3849624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25" name="Text 0"/>
          <p:cNvSpPr/>
          <p:nvPr>
            <p:ph idx="123" type="body" hasCustomPrompt="1"/>
          </p:nvPr>
        </p:nvSpPr>
        <p:spPr>
          <a:xfrm>
            <a:off x="457200" y="4160520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26" name="Text 0"/>
          <p:cNvSpPr/>
          <p:nvPr>
            <p:ph idx="124" type="pic" hasCustomPrompt="1"/>
          </p:nvPr>
        </p:nvSpPr>
        <p:spPr>
          <a:xfrm>
            <a:off x="1851660" y="2807208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27" name="Text 0"/>
          <p:cNvSpPr/>
          <p:nvPr>
            <p:ph idx="125" type="body" hasCustomPrompt="1"/>
          </p:nvPr>
        </p:nvSpPr>
        <p:spPr>
          <a:xfrm>
            <a:off x="1851660" y="3849624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28" name="Text 0"/>
          <p:cNvSpPr/>
          <p:nvPr>
            <p:ph idx="126" type="body" hasCustomPrompt="1"/>
          </p:nvPr>
        </p:nvSpPr>
        <p:spPr>
          <a:xfrm>
            <a:off x="1851660" y="4160520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29" name="Text 0"/>
          <p:cNvSpPr/>
          <p:nvPr>
            <p:ph idx="127" type="pic" hasCustomPrompt="1"/>
          </p:nvPr>
        </p:nvSpPr>
        <p:spPr>
          <a:xfrm>
            <a:off x="3246120" y="2807208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30" name="Text 0"/>
          <p:cNvSpPr/>
          <p:nvPr>
            <p:ph idx="128" type="body" hasCustomPrompt="1"/>
          </p:nvPr>
        </p:nvSpPr>
        <p:spPr>
          <a:xfrm>
            <a:off x="3246120" y="3849624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31" name="Text 0"/>
          <p:cNvSpPr/>
          <p:nvPr>
            <p:ph idx="129" type="body" hasCustomPrompt="1"/>
          </p:nvPr>
        </p:nvSpPr>
        <p:spPr>
          <a:xfrm>
            <a:off x="3246120" y="4160520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32" name="Text 0"/>
          <p:cNvSpPr/>
          <p:nvPr>
            <p:ph idx="130" type="pic" hasCustomPrompt="1"/>
          </p:nvPr>
        </p:nvSpPr>
        <p:spPr>
          <a:xfrm>
            <a:off x="4640580" y="2807208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33" name="Text 0"/>
          <p:cNvSpPr/>
          <p:nvPr>
            <p:ph idx="131" type="body" hasCustomPrompt="1"/>
          </p:nvPr>
        </p:nvSpPr>
        <p:spPr>
          <a:xfrm>
            <a:off x="4640580" y="3849624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34" name="Text 0"/>
          <p:cNvSpPr/>
          <p:nvPr>
            <p:ph idx="132" type="body" hasCustomPrompt="1"/>
          </p:nvPr>
        </p:nvSpPr>
        <p:spPr>
          <a:xfrm>
            <a:off x="4640580" y="4160520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35" name="Text 0"/>
          <p:cNvSpPr/>
          <p:nvPr>
            <p:ph idx="133" type="pic" hasCustomPrompt="1"/>
          </p:nvPr>
        </p:nvSpPr>
        <p:spPr>
          <a:xfrm>
            <a:off x="6035040" y="2807208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36" name="Text 0"/>
          <p:cNvSpPr/>
          <p:nvPr>
            <p:ph idx="134" type="body" hasCustomPrompt="1"/>
          </p:nvPr>
        </p:nvSpPr>
        <p:spPr>
          <a:xfrm>
            <a:off x="6035040" y="3849624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37" name="Text 0"/>
          <p:cNvSpPr/>
          <p:nvPr>
            <p:ph idx="135" type="body" hasCustomPrompt="1"/>
          </p:nvPr>
        </p:nvSpPr>
        <p:spPr>
          <a:xfrm>
            <a:off x="6035040" y="4160520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38" name="Text 0"/>
          <p:cNvSpPr/>
          <p:nvPr>
            <p:ph idx="136" type="pic" hasCustomPrompt="1"/>
          </p:nvPr>
        </p:nvSpPr>
        <p:spPr>
          <a:xfrm>
            <a:off x="7429500" y="2807208"/>
            <a:ext cx="1257300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39" name="Text 0"/>
          <p:cNvSpPr/>
          <p:nvPr>
            <p:ph idx="137" type="body" hasCustomPrompt="1"/>
          </p:nvPr>
        </p:nvSpPr>
        <p:spPr>
          <a:xfrm>
            <a:off x="7429500" y="3849624"/>
            <a:ext cx="12573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</a:t>
            </a:r>
            <a:endParaRPr lang="en-US" sz="1000" dirty="0"/>
          </a:p>
        </p:txBody>
      </p:sp>
      <p:sp>
        <p:nvSpPr>
          <p:cNvPr id="40" name="Text 0"/>
          <p:cNvSpPr/>
          <p:nvPr>
            <p:ph idx="138" type="body" hasCustomPrompt="1"/>
          </p:nvPr>
        </p:nvSpPr>
        <p:spPr>
          <a:xfrm>
            <a:off x="7429500" y="4160520"/>
            <a:ext cx="1257300" cy="182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1000" dirty="0"/>
          </a:p>
        </p:txBody>
      </p:sp>
      <p:sp>
        <p:nvSpPr>
          <p:cNvPr id="41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TEXT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457200" y="1234440"/>
            <a:ext cx="2651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57200" y="3383280"/>
            <a:ext cx="2651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· Grammatur · Farben · Größen</a:t>
            </a:r>
            <a:endParaRPr lang="en-US" sz="12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45720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0,00 €</a:t>
            </a:r>
            <a:endParaRPr lang="en-US" sz="1600" dirty="0"/>
          </a:p>
        </p:txBody>
      </p:sp>
      <p:sp>
        <p:nvSpPr>
          <p:cNvPr id="8" name="Text 0"/>
          <p:cNvSpPr/>
          <p:nvPr>
            <p:ph idx="106" type="pic" hasCustomPrompt="1"/>
          </p:nvPr>
        </p:nvSpPr>
        <p:spPr>
          <a:xfrm>
            <a:off x="3246120" y="1234440"/>
            <a:ext cx="2651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324612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</a:t>
            </a:r>
            <a:endParaRPr lang="en-US" sz="16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3246120" y="3383280"/>
            <a:ext cx="2651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· Grammatur · Farben · Größen</a:t>
            </a:r>
            <a:endParaRPr lang="en-US" sz="1200" dirty="0"/>
          </a:p>
        </p:txBody>
      </p:sp>
      <p:sp>
        <p:nvSpPr>
          <p:cNvPr id="11" name="Text 0"/>
          <p:cNvSpPr/>
          <p:nvPr>
            <p:ph idx="109" type="body" hasCustomPrompt="1"/>
          </p:nvPr>
        </p:nvSpPr>
        <p:spPr>
          <a:xfrm>
            <a:off x="324612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0,00 €</a:t>
            </a:r>
            <a:endParaRPr lang="en-US" sz="1600" dirty="0"/>
          </a:p>
        </p:txBody>
      </p:sp>
      <p:sp>
        <p:nvSpPr>
          <p:cNvPr id="12" name="Text 0"/>
          <p:cNvSpPr/>
          <p:nvPr>
            <p:ph idx="110" type="pic" hasCustomPrompt="1"/>
          </p:nvPr>
        </p:nvSpPr>
        <p:spPr>
          <a:xfrm>
            <a:off x="6035040" y="1234440"/>
            <a:ext cx="2651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einfügen</a:t>
            </a:r>
            <a:endParaRPr lang="en-US" sz="1200" dirty="0"/>
          </a:p>
        </p:txBody>
      </p:sp>
      <p:sp>
        <p:nvSpPr>
          <p:cNvPr id="13" name="Text 0"/>
          <p:cNvSpPr/>
          <p:nvPr>
            <p:ph idx="111" type="body" hasCustomPrompt="1"/>
          </p:nvPr>
        </p:nvSpPr>
        <p:spPr>
          <a:xfrm>
            <a:off x="603504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</a:t>
            </a:r>
            <a:endParaRPr lang="en-US" sz="1600" dirty="0"/>
          </a:p>
        </p:txBody>
      </p:sp>
      <p:sp>
        <p:nvSpPr>
          <p:cNvPr id="14" name="Text 0"/>
          <p:cNvSpPr/>
          <p:nvPr>
            <p:ph idx="112" type="body" hasCustomPrompt="1"/>
          </p:nvPr>
        </p:nvSpPr>
        <p:spPr>
          <a:xfrm>
            <a:off x="6035040" y="3383280"/>
            <a:ext cx="2651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· Grammatur · Farben · Größen</a:t>
            </a:r>
            <a:endParaRPr lang="en-US" sz="1200" dirty="0"/>
          </a:p>
        </p:txBody>
      </p:sp>
      <p:sp>
        <p:nvSpPr>
          <p:cNvPr id="15" name="Text 0"/>
          <p:cNvSpPr/>
          <p:nvPr>
            <p:ph idx="113" type="body" hasCustomPrompt="1"/>
          </p:nvPr>
        </p:nvSpPr>
        <p:spPr>
          <a:xfrm>
            <a:off x="603504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0,00 €</a:t>
            </a:r>
            <a:endParaRPr lang="en-US" sz="1600" dirty="0"/>
          </a:p>
        </p:txBody>
      </p:sp>
      <p:sp>
        <p:nvSpPr>
          <p:cNvPr id="16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PREISSTAFF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54480"/>
            <a:ext cx="1600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10 Stück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3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40080" y="2743200"/>
            <a:ext cx="1600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Stück, netto</a:t>
            </a:r>
            <a:endParaRPr lang="en-US" sz="12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2743200" y="1554480"/>
            <a:ext cx="1600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10 Stück</a:t>
            </a:r>
            <a:endParaRPr lang="en-US" sz="14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274320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3200" dirty="0"/>
          </a:p>
        </p:txBody>
      </p:sp>
      <p:sp>
        <p:nvSpPr>
          <p:cNvPr id="9" name="Text 0"/>
          <p:cNvSpPr/>
          <p:nvPr>
            <p:ph idx="107" type="body" hasCustomPrompt="1"/>
          </p:nvPr>
        </p:nvSpPr>
        <p:spPr>
          <a:xfrm>
            <a:off x="2743200" y="2743200"/>
            <a:ext cx="1600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Stück, netto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4846320" y="1554480"/>
            <a:ext cx="1600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10 Stück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9" type="body" hasCustomPrompt="1"/>
          </p:nvPr>
        </p:nvSpPr>
        <p:spPr>
          <a:xfrm>
            <a:off x="484632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32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4846320" y="2743200"/>
            <a:ext cx="1600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Stück, netto</a:t>
            </a:r>
            <a:endParaRPr lang="en-US" sz="1200" dirty="0"/>
          </a:p>
        </p:txBody>
      </p:sp>
      <p:sp>
        <p:nvSpPr>
          <p:cNvPr id="13" name="Text 0"/>
          <p:cNvSpPr/>
          <p:nvPr>
            <p:ph idx="111" type="body" hasCustomPrompt="1"/>
          </p:nvPr>
        </p:nvSpPr>
        <p:spPr>
          <a:xfrm>
            <a:off x="6949440" y="1554480"/>
            <a:ext cx="1600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10 Stück</a:t>
            </a:r>
            <a:endParaRPr lang="en-US" sz="1400" dirty="0"/>
          </a:p>
        </p:txBody>
      </p:sp>
      <p:sp>
        <p:nvSpPr>
          <p:cNvPr id="14" name="Text 0"/>
          <p:cNvSpPr/>
          <p:nvPr>
            <p:ph idx="112" type="body" hasCustomPrompt="1"/>
          </p:nvPr>
        </p:nvSpPr>
        <p:spPr>
          <a:xfrm>
            <a:off x="6949440" y="1965960"/>
            <a:ext cx="1600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0,00 €</a:t>
            </a:r>
            <a:endParaRPr lang="en-US" sz="3200" dirty="0"/>
          </a:p>
        </p:txBody>
      </p:sp>
      <p:sp>
        <p:nvSpPr>
          <p:cNvPr id="15" name="Text 0"/>
          <p:cNvSpPr/>
          <p:nvPr>
            <p:ph idx="113" type="body" hasCustomPrompt="1"/>
          </p:nvPr>
        </p:nvSpPr>
        <p:spPr>
          <a:xfrm>
            <a:off x="6949440" y="2743200"/>
            <a:ext cx="1600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Stück, netto</a:t>
            </a:r>
            <a:endParaRPr lang="en-US" sz="1200" dirty="0"/>
          </a:p>
        </p:txBody>
      </p:sp>
      <p:sp>
        <p:nvSpPr>
          <p:cNvPr id="16" name="Text 0"/>
          <p:cNvSpPr/>
          <p:nvPr>
            <p:ph idx="114" type="body" hasCustomPrompt="1"/>
          </p:nvPr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Hinweise zur Staffel</a:t>
            </a:r>
            <a:endParaRPr lang="en-US" sz="1200" dirty="0"/>
          </a:p>
        </p:txBody>
      </p:sp>
      <p:sp>
        <p:nvSpPr>
          <p:cNvPr id="17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1017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ANGE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640080" y="3767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GÜLTIG BIS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3995928"/>
            <a:ext cx="2468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Gültig bis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3383280" y="3767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LIEFERZEIT</a:t>
            </a: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3383280" y="3995928"/>
            <a:ext cx="2468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Lieferzeit</a:t>
            </a:r>
            <a:endParaRPr lang="en-US" sz="1400" dirty="0"/>
          </a:p>
        </p:txBody>
      </p:sp>
      <p:sp>
        <p:nvSpPr>
          <p:cNvPr id="8" name="Text 2"/>
          <p:cNvSpPr/>
          <p:nvPr/>
        </p:nvSpPr>
        <p:spPr>
          <a:xfrm>
            <a:off x="6126480" y="3767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ZAHLUNG</a:t>
            </a:r>
            <a:endParaRPr lang="en-US" sz="10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126480" y="3995928"/>
            <a:ext cx="2468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Zahlung</a:t>
            </a:r>
            <a:endParaRPr lang="en-US" sz="14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Preise netto zzgl. MwSt.</a:t>
            </a:r>
            <a:endParaRPr lang="en-US" sz="1000" dirty="0"/>
          </a:p>
        </p:txBody>
      </p:sp>
      <p:sp>
        <p:nvSpPr>
          <p:cNvPr id="11" name="Text 3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REFERENZ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Auswahl unserer Kunden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566928" y="1344168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pic" hasCustomPrompt="1"/>
          </p:nvPr>
        </p:nvSpPr>
        <p:spPr>
          <a:xfrm>
            <a:off x="2670048" y="1344168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7" name="Text 0"/>
          <p:cNvSpPr/>
          <p:nvPr>
            <p:ph idx="105" type="pic" hasCustomPrompt="1"/>
          </p:nvPr>
        </p:nvSpPr>
        <p:spPr>
          <a:xfrm>
            <a:off x="4773168" y="1344168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8" name="Text 0"/>
          <p:cNvSpPr/>
          <p:nvPr>
            <p:ph idx="106" type="pic" hasCustomPrompt="1"/>
          </p:nvPr>
        </p:nvSpPr>
        <p:spPr>
          <a:xfrm>
            <a:off x="6876288" y="1344168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9" name="Text 0"/>
          <p:cNvSpPr/>
          <p:nvPr>
            <p:ph idx="107" type="pic" hasCustomPrompt="1"/>
          </p:nvPr>
        </p:nvSpPr>
        <p:spPr>
          <a:xfrm>
            <a:off x="566928" y="2130552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8" type="pic" hasCustomPrompt="1"/>
          </p:nvPr>
        </p:nvSpPr>
        <p:spPr>
          <a:xfrm>
            <a:off x="2670048" y="2130552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1" name="Text 0"/>
          <p:cNvSpPr/>
          <p:nvPr>
            <p:ph idx="109" type="pic" hasCustomPrompt="1"/>
          </p:nvPr>
        </p:nvSpPr>
        <p:spPr>
          <a:xfrm>
            <a:off x="4773168" y="2130552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2" name="Text 0"/>
          <p:cNvSpPr/>
          <p:nvPr>
            <p:ph idx="110" type="pic" hasCustomPrompt="1"/>
          </p:nvPr>
        </p:nvSpPr>
        <p:spPr>
          <a:xfrm>
            <a:off x="6876288" y="2130552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3" name="Text 0"/>
          <p:cNvSpPr/>
          <p:nvPr>
            <p:ph idx="111" type="pic" hasCustomPrompt="1"/>
          </p:nvPr>
        </p:nvSpPr>
        <p:spPr>
          <a:xfrm>
            <a:off x="566928" y="2916936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4" name="Text 0"/>
          <p:cNvSpPr/>
          <p:nvPr>
            <p:ph idx="112" type="pic" hasCustomPrompt="1"/>
          </p:nvPr>
        </p:nvSpPr>
        <p:spPr>
          <a:xfrm>
            <a:off x="2670048" y="2916936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5" name="Text 0"/>
          <p:cNvSpPr/>
          <p:nvPr>
            <p:ph idx="113" type="pic" hasCustomPrompt="1"/>
          </p:nvPr>
        </p:nvSpPr>
        <p:spPr>
          <a:xfrm>
            <a:off x="4773168" y="2916936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6" name="Text 0"/>
          <p:cNvSpPr/>
          <p:nvPr>
            <p:ph idx="114" type="pic" hasCustomPrompt="1"/>
          </p:nvPr>
        </p:nvSpPr>
        <p:spPr>
          <a:xfrm>
            <a:off x="6876288" y="2916936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7" name="Text 0"/>
          <p:cNvSpPr/>
          <p:nvPr>
            <p:ph idx="115" type="pic" hasCustomPrompt="1"/>
          </p:nvPr>
        </p:nvSpPr>
        <p:spPr>
          <a:xfrm>
            <a:off x="566928" y="3703320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8" name="Text 0"/>
          <p:cNvSpPr/>
          <p:nvPr>
            <p:ph idx="116" type="pic" hasCustomPrompt="1"/>
          </p:nvPr>
        </p:nvSpPr>
        <p:spPr>
          <a:xfrm>
            <a:off x="2670048" y="3703320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9" name="Text 0"/>
          <p:cNvSpPr/>
          <p:nvPr>
            <p:ph idx="117" type="pic" hasCustomPrompt="1"/>
          </p:nvPr>
        </p:nvSpPr>
        <p:spPr>
          <a:xfrm>
            <a:off x="4773168" y="3703320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20" name="Text 0"/>
          <p:cNvSpPr/>
          <p:nvPr>
            <p:ph idx="118" type="pic" hasCustomPrompt="1"/>
          </p:nvPr>
        </p:nvSpPr>
        <p:spPr>
          <a:xfrm>
            <a:off x="6876288" y="3703320"/>
            <a:ext cx="1700784" cy="49377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21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1019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REFERENZEN_WAPP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365760"/>
            <a:ext cx="86868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Folientitel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Auswahl unserer Kunden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566928" y="13441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66928" y="24140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7" name="Text 0"/>
          <p:cNvSpPr/>
          <p:nvPr>
            <p:ph idx="105" type="pic" hasCustomPrompt="1"/>
          </p:nvPr>
        </p:nvSpPr>
        <p:spPr>
          <a:xfrm>
            <a:off x="2670048" y="13441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2670048" y="24140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9" name="Text 0"/>
          <p:cNvSpPr/>
          <p:nvPr>
            <p:ph idx="107" type="pic" hasCustomPrompt="1"/>
          </p:nvPr>
        </p:nvSpPr>
        <p:spPr>
          <a:xfrm>
            <a:off x="4773168" y="13441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8" type="body" hasCustomPrompt="1"/>
          </p:nvPr>
        </p:nvSpPr>
        <p:spPr>
          <a:xfrm>
            <a:off x="4773168" y="24140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11" name="Text 0"/>
          <p:cNvSpPr/>
          <p:nvPr>
            <p:ph idx="109" type="pic" hasCustomPrompt="1"/>
          </p:nvPr>
        </p:nvSpPr>
        <p:spPr>
          <a:xfrm>
            <a:off x="6876288" y="13441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2" name="Text 0"/>
          <p:cNvSpPr/>
          <p:nvPr>
            <p:ph idx="110" type="body" hasCustomPrompt="1"/>
          </p:nvPr>
        </p:nvSpPr>
        <p:spPr>
          <a:xfrm>
            <a:off x="6876288" y="24140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13" name="Text 0"/>
          <p:cNvSpPr/>
          <p:nvPr>
            <p:ph idx="111" type="pic" hasCustomPrompt="1"/>
          </p:nvPr>
        </p:nvSpPr>
        <p:spPr>
          <a:xfrm>
            <a:off x="566928" y="29443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4" name="Text 0"/>
          <p:cNvSpPr/>
          <p:nvPr>
            <p:ph idx="112" type="body" hasCustomPrompt="1"/>
          </p:nvPr>
        </p:nvSpPr>
        <p:spPr>
          <a:xfrm>
            <a:off x="566928" y="40142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15" name="Text 0"/>
          <p:cNvSpPr/>
          <p:nvPr>
            <p:ph idx="113" type="pic" hasCustomPrompt="1"/>
          </p:nvPr>
        </p:nvSpPr>
        <p:spPr>
          <a:xfrm>
            <a:off x="2670048" y="29443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6" name="Text 0"/>
          <p:cNvSpPr/>
          <p:nvPr>
            <p:ph idx="114" type="body" hasCustomPrompt="1"/>
          </p:nvPr>
        </p:nvSpPr>
        <p:spPr>
          <a:xfrm>
            <a:off x="2670048" y="40142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17" name="Text 0"/>
          <p:cNvSpPr/>
          <p:nvPr>
            <p:ph idx="115" type="pic" hasCustomPrompt="1"/>
          </p:nvPr>
        </p:nvSpPr>
        <p:spPr>
          <a:xfrm>
            <a:off x="4773168" y="29443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18" name="Text 0"/>
          <p:cNvSpPr/>
          <p:nvPr>
            <p:ph idx="116" type="body" hasCustomPrompt="1"/>
          </p:nvPr>
        </p:nvSpPr>
        <p:spPr>
          <a:xfrm>
            <a:off x="4773168" y="40142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19" name="Text 0"/>
          <p:cNvSpPr/>
          <p:nvPr>
            <p:ph idx="117" type="pic" hasCustomPrompt="1"/>
          </p:nvPr>
        </p:nvSpPr>
        <p:spPr>
          <a:xfrm>
            <a:off x="6876288" y="2944368"/>
            <a:ext cx="1700784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einfügen</a:t>
            </a:r>
            <a:endParaRPr lang="en-US" sz="1200" dirty="0"/>
          </a:p>
        </p:txBody>
      </p:sp>
      <p:sp>
        <p:nvSpPr>
          <p:cNvPr id="20" name="Text 0"/>
          <p:cNvSpPr/>
          <p:nvPr>
            <p:ph idx="118" type="body" hasCustomPrompt="1"/>
          </p:nvPr>
        </p:nvSpPr>
        <p:spPr>
          <a:xfrm>
            <a:off x="6876288" y="4014216"/>
            <a:ext cx="170078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Vereinsname</a:t>
            </a:r>
            <a:endParaRPr lang="en-US" sz="1100" dirty="0"/>
          </a:p>
        </p:txBody>
      </p:sp>
      <p:sp>
        <p:nvSpPr>
          <p:cNvPr id="21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1020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ABSCHLUS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fanmaier/Documents/GitHub/lexware-angebot-tool/presentation/assets/logo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1463040" cy="80467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4846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Lassen Sie uns starten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423160"/>
            <a:ext cx="4846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wir als Nächstes gemeinsam tun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548640" y="3154680"/>
            <a:ext cx="9601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Porträt einfügen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16916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Vorname Nachname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169164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Ihr Ansprechpartner</a:t>
            </a:r>
            <a:endParaRPr lang="en-US" sz="12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169164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 · E-Mail</a:t>
            </a:r>
            <a:endParaRPr lang="en-US" sz="1200" dirty="0"/>
          </a:p>
        </p:txBody>
      </p:sp>
      <p:sp>
        <p:nvSpPr>
          <p:cNvPr id="9" name="Text 0"/>
          <p:cNvSpPr/>
          <p:nvPr/>
        </p:nvSpPr>
        <p:spPr>
          <a:xfrm>
            <a:off x="58978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77E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NÄCHSTER SCHRITT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8" type="body" hasCustomPrompt="1"/>
          </p:nvPr>
        </p:nvSpPr>
        <p:spPr>
          <a:xfrm>
            <a:off x="5897880" y="1828800"/>
            <a:ext cx="256032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jetzt zu tun ist, bis wann</a:t>
            </a:r>
            <a:endParaRPr lang="en-US" sz="1400" dirty="0"/>
          </a:p>
        </p:txBody>
      </p:sp>
      <p:sp>
        <p:nvSpPr>
          <p:cNvPr id="11" name="Text 1"/>
          <p:cNvSpPr/>
          <p:nvPr>
            <p:ph idx="109" type="pic" hasCustomPrompt="1"/>
          </p:nvPr>
        </p:nvSpPr>
        <p:spPr>
          <a:xfrm>
            <a:off x="589788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QR-Code einfügen</a:t>
            </a:r>
            <a:endParaRPr lang="en-US" sz="1200" dirty="0"/>
          </a:p>
        </p:txBody>
      </p:sp>
      <p:sp>
        <p:nvSpPr>
          <p:cNvPr id="12" name="Text 1"/>
          <p:cNvSpPr/>
          <p:nvPr>
            <p:ph idx="110" type="body" hasCustomPrompt="1"/>
          </p:nvPr>
        </p:nvSpPr>
        <p:spPr>
          <a:xfrm>
            <a:off x="6949440" y="3200400"/>
            <a:ext cx="1600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Anfrage online</a:t>
            </a:r>
            <a:endParaRPr lang="en-US" sz="1200" dirty="0"/>
          </a:p>
        </p:txBody>
      </p:sp>
      <p:sp>
        <p:nvSpPr>
          <p:cNvPr id="13" name="Text 1"/>
          <p:cNvSpPr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image" Target="../media/image-8-8.jpg"/><Relationship Id="rId9" Type="http://schemas.openxmlformats.org/officeDocument/2006/relationships/image" Target="../media/image-8-9.jpg"/><Relationship Id="rId10" Type="http://schemas.openxmlformats.org/officeDocument/2006/relationships/image" Target="../media/image-8-10.jpg"/><Relationship Id="rId11" Type="http://schemas.openxmlformats.org/officeDocument/2006/relationships/image" Target="../media/image-8-11.jpg"/><Relationship Id="rId12" Type="http://schemas.openxmlformats.org/officeDocument/2006/relationships/image" Target="../media/image-8-12.jpg"/><Relationship Id="rId13" Type="http://schemas.openxmlformats.org/officeDocument/2006/relationships/slideLayout" Target="../slideLayouts/slideLayout15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slideLayout" Target="../slideLayouts/slideLayout15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0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9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548640" y="16916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Textilveredelung aus Ammerbuch</a:t>
            </a:r>
            <a:endParaRPr lang="en-US" sz="40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548640" y="2926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Druck und Stickerei für Vereine und Unternehmen. Aus einer Hand, aus der Region.</a:t>
            </a:r>
            <a:endParaRPr lang="en-US" sz="1800" dirty="0"/>
          </a:p>
        </p:txBody>
      </p:sp>
      <p:sp>
        <p:nvSpPr>
          <p:cNvPr id="4" name="Text 0"/>
          <p:cNvSpPr txBox="1"/>
          <p:nvPr>
            <p:ph idx="103" type="body" hasCustomPrompt="1"/>
          </p:nvPr>
        </p:nvSpPr>
        <p:spPr>
          <a:xfrm>
            <a:off x="54864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Firmenpräsentation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548640" y="4206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· maiershirts.de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uns ausmacht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 veredelt Textilien für Vereine, Unternehmen und Events. Vom einzelnen Shirt bis zur kompletten Teamausstattung: Beratung, Textil, Druck oder Stickerei und Versand kommen aus einer Hand.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Beratung zu Textil, Verfahren und Motiv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Druck und Stickerei im eigenen Haus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 Stück, Serien mit exaktem Farb-Match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Motive und Artikel bleiben hinterlegt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2344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1508760"/>
            <a:ext cx="365760" cy="0"/>
          </a:xfrm>
          <a:prstGeom prst="line">
            <a:avLst/>
          </a:prstGeom>
          <a:noFill/>
          <a:ln w="38100">
            <a:solidFill>
              <a:srgbClr val="819E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9842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Markenqualität von Joma, B&amp;C, Stanley/Stella und weiteren Herstellern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2344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508760"/>
            <a:ext cx="365760" cy="0"/>
          </a:xfrm>
          <a:prstGeom prst="line">
            <a:avLst/>
          </a:prstGeom>
          <a:noFill/>
          <a:ln w="38100">
            <a:solidFill>
              <a:srgbClr val="819E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Veredelung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842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Digitaldruck, Siebdrucktransfer, Spezialtransfer und Stickerei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3154680"/>
            <a:ext cx="365760" cy="0"/>
          </a:xfrm>
          <a:prstGeom prst="line">
            <a:avLst/>
          </a:prstGeom>
          <a:noFill/>
          <a:ln w="38100">
            <a:solidFill>
              <a:srgbClr val="819E7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Vereinsshop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630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Eigene Shop-Seite je Verein: online bestellen statt Listen sammeln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88036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3154680"/>
            <a:ext cx="365760" cy="0"/>
          </a:xfrm>
          <a:prstGeom prst="line">
            <a:avLst/>
          </a:prstGeom>
          <a:noFill/>
          <a:ln w="38100">
            <a:solidFill>
              <a:srgbClr val="819E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Nachbestellung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630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Motive, Größen und Artikel bleiben im System, jederzeit abrufbar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hm/sgq6d80d0vq133k7n8dc9bnw0000gn/T/maiershirts-NEMdy2/foto-vollbild-1000x420.jpg">    </p:cNvPr>
          <p:cNvPicPr>
            <a:picLocks noChangeAspect="1"/>
          </p:cNvPicPr>
          <p:nvPr>
            <p:ph idx="100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2" type="title" hasCustomPrompt="1"/>
          </p:nvPr>
        </p:nvSpPr>
        <p:spPr>
          <a:xfrm>
            <a:off x="548640" y="3977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Motiv, das sitzt.</a:t>
            </a:r>
            <a:endParaRPr lang="en-US" sz="2400" dirty="0"/>
          </a:p>
        </p:txBody>
      </p:sp>
      <p:sp>
        <p:nvSpPr>
          <p:cNvPr id="4" name="Text 0"/>
          <p:cNvSpPr txBox="1"/>
          <p:nvPr>
            <p:ph idx="103" type="body" hasCustomPrompt="1"/>
          </p:nvPr>
        </p:nvSpPr>
        <p:spPr>
          <a:xfrm>
            <a:off x="548640" y="4480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Maiershirts-Logo auf Polo-Shirt, aus der eigenen Produktion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läuft ein Auftrag ab</a:t>
            </a:r>
            <a:endParaRPr lang="en-US" sz="2800" dirty="0"/>
          </a:p>
        </p:txBody>
      </p:sp>
      <p:sp>
        <p:nvSpPr>
          <p:cNvPr id="3" name="Text 1"/>
          <p:cNvSpPr txBox="1"/>
          <p:nvPr>
            <p:ph idx="103" type="body" hasCustomPrompt="1"/>
          </p:nvPr>
        </p:nvSpPr>
        <p:spPr>
          <a:xfrm>
            <a:off x="4572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Anfrage</a:t>
            </a:r>
            <a:endParaRPr lang="en-US" sz="16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4572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Textil, Menge und Motiv per Mail, Telefon oder über den Shop</a:t>
            </a:r>
            <a:endParaRPr lang="en-US" sz="1200" dirty="0"/>
          </a:p>
        </p:txBody>
      </p:sp>
      <p:sp>
        <p:nvSpPr>
          <p:cNvPr id="5" name="Text 2"/>
          <p:cNvSpPr txBox="1"/>
          <p:nvPr>
            <p:ph idx="106" type="body" hasCustomPrompt="1"/>
          </p:nvPr>
        </p:nvSpPr>
        <p:spPr>
          <a:xfrm>
            <a:off x="21488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Angebot</a:t>
            </a:r>
            <a:endParaRPr lang="en-US" sz="1600" dirty="0"/>
          </a:p>
        </p:txBody>
      </p:sp>
      <p:sp>
        <p:nvSpPr>
          <p:cNvPr id="6" name="Text 2"/>
          <p:cNvSpPr txBox="1"/>
          <p:nvPr>
            <p:ph idx="107" type="body" hasCustomPrompt="1"/>
          </p:nvPr>
        </p:nvSpPr>
        <p:spPr>
          <a:xfrm>
            <a:off x="214884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Angebot und Mockup zur Freigabe innerhalb von 48 Stunden</a:t>
            </a:r>
            <a:endParaRPr lang="en-US" sz="1200" dirty="0"/>
          </a:p>
        </p:txBody>
      </p:sp>
      <p:sp>
        <p:nvSpPr>
          <p:cNvPr id="7" name="Text 3"/>
          <p:cNvSpPr txBox="1"/>
          <p:nvPr>
            <p:ph idx="109" type="body" hasCustomPrompt="1"/>
          </p:nvPr>
        </p:nvSpPr>
        <p:spPr>
          <a:xfrm>
            <a:off x="42519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Produktion</a:t>
            </a:r>
            <a:endParaRPr lang="en-US" sz="1600" dirty="0"/>
          </a:p>
        </p:txBody>
      </p:sp>
      <p:sp>
        <p:nvSpPr>
          <p:cNvPr id="8" name="Text 3"/>
          <p:cNvSpPr txBox="1"/>
          <p:nvPr>
            <p:ph idx="110" type="body" hasCustomPrompt="1"/>
          </p:nvPr>
        </p:nvSpPr>
        <p:spPr>
          <a:xfrm>
            <a:off x="425196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Druck oder Stickerei nach Freigabe, im eigenen Haus</a:t>
            </a:r>
            <a:endParaRPr lang="en-US" sz="1200" dirty="0"/>
          </a:p>
        </p:txBody>
      </p:sp>
      <p:sp>
        <p:nvSpPr>
          <p:cNvPr id="9" name="Text 4"/>
          <p:cNvSpPr txBox="1"/>
          <p:nvPr>
            <p:ph idx="112" type="body" hasCustomPrompt="1"/>
          </p:nvPr>
        </p:nvSpPr>
        <p:spPr>
          <a:xfrm>
            <a:off x="635508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Lieferung</a:t>
            </a:r>
            <a:endParaRPr lang="en-US" sz="1600" dirty="0"/>
          </a:p>
        </p:txBody>
      </p:sp>
      <p:sp>
        <p:nvSpPr>
          <p:cNvPr id="10" name="Text 4"/>
          <p:cNvSpPr txBox="1"/>
          <p:nvPr>
            <p:ph idx="113" type="body" hasCustomPrompt="1"/>
          </p:nvPr>
        </p:nvSpPr>
        <p:spPr>
          <a:xfrm>
            <a:off x="635508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Versand oder Abholung zum vereinbarten Termin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 Verfahren, ein Anspruch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Ehrlich mit Stärken und Grenzen, damit jedes Motiv da landet, wo es am besten sitzt.</a:t>
            </a:r>
            <a:endParaRPr lang="en-US" sz="12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621792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Digitaldruck</a:t>
            </a:r>
            <a:endParaRPr lang="en-US" sz="1600" dirty="0"/>
          </a:p>
        </p:txBody>
      </p:sp>
      <p:sp>
        <p:nvSpPr>
          <p:cNvPr id="5" name="Text 1"/>
          <p:cNvSpPr txBox="1"/>
          <p:nvPr>
            <p:ph idx="105" type="body" hasCustomPrompt="1"/>
          </p:nvPr>
        </p:nvSpPr>
        <p:spPr>
          <a:xfrm>
            <a:off x="621792" y="193852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Fotos, viele Farben, Namen und Nummern. Kleine Mengen, gemischte Größen, fast jedes Material.</a:t>
            </a:r>
            <a:endParaRPr lang="en-US" sz="1200" dirty="0"/>
          </a:p>
        </p:txBody>
      </p:sp>
      <p:sp>
        <p:nvSpPr>
          <p:cNvPr id="6" name="Text 2"/>
          <p:cNvSpPr txBox="1"/>
          <p:nvPr>
            <p:ph idx="107" type="body" hasCustomPrompt="1"/>
          </p:nvPr>
        </p:nvSpPr>
        <p:spPr>
          <a:xfrm>
            <a:off x="1261872" y="30906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 60 °C</a:t>
            </a:r>
            <a:endParaRPr lang="en-US" sz="1200" dirty="0"/>
          </a:p>
        </p:txBody>
      </p:sp>
      <p:sp>
        <p:nvSpPr>
          <p:cNvPr id="7" name="Text 3"/>
          <p:cNvSpPr txBox="1"/>
          <p:nvPr>
            <p:ph idx="109" type="body" hasCustomPrompt="1"/>
          </p:nvPr>
        </p:nvSpPr>
        <p:spPr>
          <a:xfrm>
            <a:off x="1261872" y="3419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 Stück</a:t>
            </a:r>
            <a:endParaRPr lang="en-US" sz="1200" dirty="0"/>
          </a:p>
        </p:txBody>
      </p:sp>
      <p:sp>
        <p:nvSpPr>
          <p:cNvPr id="8" name="Text 4"/>
          <p:cNvSpPr txBox="1"/>
          <p:nvPr>
            <p:ph idx="111" type="body" hasCustomPrompt="1"/>
          </p:nvPr>
        </p:nvSpPr>
        <p:spPr>
          <a:xfrm>
            <a:off x="1261872" y="3749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Vollfarbe</a:t>
            </a:r>
            <a:endParaRPr lang="en-US" sz="1200" dirty="0"/>
          </a:p>
        </p:txBody>
      </p:sp>
      <p:sp>
        <p:nvSpPr>
          <p:cNvPr id="9" name="Text 5"/>
          <p:cNvSpPr txBox="1"/>
          <p:nvPr>
            <p:ph idx="113" type="body" hasCustomPrompt="1"/>
          </p:nvPr>
        </p:nvSpPr>
        <p:spPr>
          <a:xfrm>
            <a:off x="2724912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Siebdrucktransfer</a:t>
            </a:r>
            <a:endParaRPr lang="en-US" sz="1600" dirty="0"/>
          </a:p>
        </p:txBody>
      </p:sp>
      <p:sp>
        <p:nvSpPr>
          <p:cNvPr id="10" name="Text 5"/>
          <p:cNvSpPr txBox="1"/>
          <p:nvPr>
            <p:ph idx="114" type="body" hasCustomPrompt="1"/>
          </p:nvPr>
        </p:nvSpPr>
        <p:spPr>
          <a:xfrm>
            <a:off x="2724912" y="193852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Serien mit gleichem Motiv: Team-, Vereins- und Workwear. Exaktes Farb-Match, lagerbar für Nachbestellungen.</a:t>
            </a:r>
            <a:endParaRPr lang="en-US" sz="1200" dirty="0"/>
          </a:p>
        </p:txBody>
      </p:sp>
      <p:sp>
        <p:nvSpPr>
          <p:cNvPr id="11" name="Text 6"/>
          <p:cNvSpPr txBox="1"/>
          <p:nvPr>
            <p:ph idx="116" type="body" hasCustomPrompt="1"/>
          </p:nvPr>
        </p:nvSpPr>
        <p:spPr>
          <a:xfrm>
            <a:off x="3364992" y="30906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Wäschen</a:t>
            </a:r>
            <a:endParaRPr lang="en-US" sz="1200" dirty="0"/>
          </a:p>
        </p:txBody>
      </p:sp>
      <p:sp>
        <p:nvSpPr>
          <p:cNvPr id="12" name="Text 7"/>
          <p:cNvSpPr txBox="1"/>
          <p:nvPr>
            <p:ph idx="118" type="body" hasCustomPrompt="1"/>
          </p:nvPr>
        </p:nvSpPr>
        <p:spPr>
          <a:xfrm>
            <a:off x="3364992" y="3419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25 Stück</a:t>
            </a:r>
            <a:endParaRPr lang="en-US" sz="1200" dirty="0"/>
          </a:p>
        </p:txBody>
      </p:sp>
      <p:sp>
        <p:nvSpPr>
          <p:cNvPr id="13" name="Text 8"/>
          <p:cNvSpPr txBox="1"/>
          <p:nvPr>
            <p:ph idx="120" type="body" hasCustomPrompt="1"/>
          </p:nvPr>
        </p:nvSpPr>
        <p:spPr>
          <a:xfrm>
            <a:off x="3364992" y="3749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Sonderfarben</a:t>
            </a:r>
            <a:endParaRPr lang="en-US" sz="1200" dirty="0"/>
          </a:p>
        </p:txBody>
      </p:sp>
      <p:sp>
        <p:nvSpPr>
          <p:cNvPr id="14" name="Text 9"/>
          <p:cNvSpPr txBox="1"/>
          <p:nvPr>
            <p:ph idx="122" type="body" hasCustomPrompt="1"/>
          </p:nvPr>
        </p:nvSpPr>
        <p:spPr>
          <a:xfrm>
            <a:off x="4828032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Spezialtransfer</a:t>
            </a:r>
            <a:endParaRPr lang="en-US" sz="1600" dirty="0"/>
          </a:p>
        </p:txBody>
      </p:sp>
      <p:sp>
        <p:nvSpPr>
          <p:cNvPr id="15" name="Text 9"/>
          <p:cNvSpPr txBox="1"/>
          <p:nvPr>
            <p:ph idx="123" type="body" hasCustomPrompt="1"/>
          </p:nvPr>
        </p:nvSpPr>
        <p:spPr>
          <a:xfrm>
            <a:off x="4828032" y="193852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Berufskleidung mit Industriewäsche: Handwerk, Pflege, Gastro. Übersteht, wo normale Drucke versagen.</a:t>
            </a:r>
            <a:endParaRPr lang="en-US" sz="1200" dirty="0"/>
          </a:p>
        </p:txBody>
      </p:sp>
      <p:sp>
        <p:nvSpPr>
          <p:cNvPr id="16" name="Text 10"/>
          <p:cNvSpPr txBox="1"/>
          <p:nvPr>
            <p:ph idx="125" type="body" hasCustomPrompt="1"/>
          </p:nvPr>
        </p:nvSpPr>
        <p:spPr>
          <a:xfrm>
            <a:off x="5468112" y="30906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 90 °C</a:t>
            </a:r>
            <a:endParaRPr lang="en-US" sz="1200" dirty="0"/>
          </a:p>
        </p:txBody>
      </p:sp>
      <p:sp>
        <p:nvSpPr>
          <p:cNvPr id="17" name="Text 11"/>
          <p:cNvSpPr txBox="1"/>
          <p:nvPr>
            <p:ph idx="127" type="body" hasCustomPrompt="1"/>
          </p:nvPr>
        </p:nvSpPr>
        <p:spPr>
          <a:xfrm>
            <a:off x="5468112" y="3419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50 Stück</a:t>
            </a:r>
            <a:endParaRPr lang="en-US" sz="1200" dirty="0"/>
          </a:p>
        </p:txBody>
      </p:sp>
      <p:sp>
        <p:nvSpPr>
          <p:cNvPr id="18" name="Text 12"/>
          <p:cNvSpPr txBox="1"/>
          <p:nvPr>
            <p:ph idx="129" type="body" hasCustomPrompt="1"/>
          </p:nvPr>
        </p:nvSpPr>
        <p:spPr>
          <a:xfrm>
            <a:off x="5468112" y="3749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Vollton</a:t>
            </a:r>
            <a:endParaRPr lang="en-US" sz="1200" dirty="0"/>
          </a:p>
        </p:txBody>
      </p:sp>
      <p:sp>
        <p:nvSpPr>
          <p:cNvPr id="19" name="Text 13"/>
          <p:cNvSpPr txBox="1"/>
          <p:nvPr>
            <p:ph idx="131" type="body" hasCustomPrompt="1"/>
          </p:nvPr>
        </p:nvSpPr>
        <p:spPr>
          <a:xfrm>
            <a:off x="6931152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Stickerei</a:t>
            </a:r>
            <a:endParaRPr lang="en-US" sz="1600" dirty="0"/>
          </a:p>
        </p:txBody>
      </p:sp>
      <p:sp>
        <p:nvSpPr>
          <p:cNvPr id="20" name="Text 13"/>
          <p:cNvSpPr txBox="1"/>
          <p:nvPr>
            <p:ph idx="132" type="body" hasCustomPrompt="1"/>
          </p:nvPr>
        </p:nvSpPr>
        <p:spPr>
          <a:xfrm>
            <a:off x="6931152" y="1938528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Polos, Caps, Jacken und Workwear. Edler, erhabener Look für Logos. Schrift ab ca. 6 mm Höhe.</a:t>
            </a:r>
            <a:endParaRPr lang="en-US" sz="1200" dirty="0"/>
          </a:p>
        </p:txBody>
      </p:sp>
      <p:sp>
        <p:nvSpPr>
          <p:cNvPr id="21" name="Text 14"/>
          <p:cNvSpPr txBox="1"/>
          <p:nvPr>
            <p:ph idx="134" type="body" hasCustomPrompt="1"/>
          </p:nvPr>
        </p:nvSpPr>
        <p:spPr>
          <a:xfrm>
            <a:off x="7571232" y="30906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 95 °C</a:t>
            </a:r>
            <a:endParaRPr lang="en-US" sz="1200" dirty="0"/>
          </a:p>
        </p:txBody>
      </p:sp>
      <p:sp>
        <p:nvSpPr>
          <p:cNvPr id="22" name="Text 15"/>
          <p:cNvSpPr txBox="1"/>
          <p:nvPr>
            <p:ph idx="136" type="body" hasCustomPrompt="1"/>
          </p:nvPr>
        </p:nvSpPr>
        <p:spPr>
          <a:xfrm>
            <a:off x="7571232" y="3419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 1 Stück</a:t>
            </a:r>
            <a:endParaRPr lang="en-US" sz="1200" dirty="0"/>
          </a:p>
        </p:txBody>
      </p:sp>
      <p:sp>
        <p:nvSpPr>
          <p:cNvPr id="23" name="Text 16"/>
          <p:cNvSpPr txBox="1"/>
          <p:nvPr>
            <p:ph idx="138" type="body" hasCustomPrompt="1"/>
          </p:nvPr>
        </p:nvSpPr>
        <p:spPr>
          <a:xfrm>
            <a:off x="7571232" y="3749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Garnfarben</a:t>
            </a:r>
            <a:endParaRPr lang="en-US" sz="1200" dirty="0"/>
          </a:p>
        </p:txBody>
      </p:sp>
      <p:sp>
        <p:nvSpPr>
          <p:cNvPr id="24" name="Text 16"/>
          <p:cNvSpPr txBox="1"/>
          <p:nvPr>
            <p:ph idx="139" type="body" hasCustomPrompt="1"/>
          </p:nvPr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Kurz entschieden: </a:t>
            </a:r>
            <a:pPr algn="l"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und viele Farben → Digitaldruck · Exakte Farbe in Serie → Siebdrucktransfer · Industriewäsche → Spezialtransfer · Edler Logo-Look → Stickerei. Auf Anfrage: Sublimation und Siebdruck direkt.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body" hasCustomPrompt="1"/>
          </p:nvPr>
        </p:nvSpPr>
        <p:spPr>
          <a:xfrm>
            <a:off x="54864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819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idx="102" type="title" hasCustomPrompt="1"/>
          </p:nvPr>
        </p:nvSpPr>
        <p:spPr>
          <a:xfrm>
            <a:off x="548640" y="2286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Für Vereine</a:t>
            </a:r>
            <a:endParaRPr lang="en-US" sz="3600" dirty="0"/>
          </a:p>
        </p:txBody>
      </p:sp>
      <p:sp>
        <p:nvSpPr>
          <p:cNvPr id="4" name="Text 0"/>
          <p:cNvSpPr txBox="1"/>
          <p:nvPr>
            <p:ph idx="103" type="body" hasCustomPrompt="1"/>
          </p:nvPr>
        </p:nvSpPr>
        <p:spPr>
          <a:xfrm>
            <a:off x="54864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Trikots, Teamwear und ein eigener Vereinsshop. Ohne Sammelliste, ohne Vorkasse durch den Verein.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Vereinsshop: bestellen statt Listen sammeln</a:t>
            </a:r>
            <a:endParaRPr lang="en-US" sz="2800" dirty="0"/>
          </a:p>
        </p:txBody>
      </p:sp>
      <p:sp>
        <p:nvSpPr>
          <p:cNvPr id="3" name="Text 1"/>
          <p:cNvSpPr txBox="1"/>
          <p:nvPr>
            <p:ph idx="103" type="body" hasCustomPrompt="1"/>
          </p:nvPr>
        </p:nvSpPr>
        <p:spPr>
          <a:xfrm>
            <a:off x="4572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Kollektion festlegen</a:t>
            </a:r>
            <a:endParaRPr lang="en-US" sz="16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4572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Ihr wählt Teile, Farben und Logo-Platzierung, wir bauen die Kollektion</a:t>
            </a:r>
            <a:endParaRPr lang="en-US" sz="1200" dirty="0"/>
          </a:p>
        </p:txBody>
      </p:sp>
      <p:sp>
        <p:nvSpPr>
          <p:cNvPr id="5" name="Text 2"/>
          <p:cNvSpPr txBox="1"/>
          <p:nvPr>
            <p:ph idx="106" type="body" hasCustomPrompt="1"/>
          </p:nvPr>
        </p:nvSpPr>
        <p:spPr>
          <a:xfrm>
            <a:off x="21488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 geht online</a:t>
            </a:r>
            <a:endParaRPr lang="en-US" sz="1600" dirty="0"/>
          </a:p>
        </p:txBody>
      </p:sp>
      <p:sp>
        <p:nvSpPr>
          <p:cNvPr id="6" name="Text 2"/>
          <p:cNvSpPr txBox="1"/>
          <p:nvPr>
            <p:ph idx="107" type="body" hasCustomPrompt="1"/>
          </p:nvPr>
        </p:nvSpPr>
        <p:spPr>
          <a:xfrm>
            <a:off x="214884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Eigene Seite auf maiershirts.de mit eurem Vereinslogo, Link und QR-Code</a:t>
            </a:r>
            <a:endParaRPr lang="en-US" sz="1200" dirty="0"/>
          </a:p>
        </p:txBody>
      </p:sp>
      <p:sp>
        <p:nvSpPr>
          <p:cNvPr id="7" name="Text 3"/>
          <p:cNvSpPr txBox="1"/>
          <p:nvPr>
            <p:ph idx="109" type="body" hasCustomPrompt="1"/>
          </p:nvPr>
        </p:nvSpPr>
        <p:spPr>
          <a:xfrm>
            <a:off x="42519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Jeder bestellt selbst</a:t>
            </a:r>
            <a:endParaRPr lang="en-US" sz="1600" dirty="0"/>
          </a:p>
        </p:txBody>
      </p:sp>
      <p:sp>
        <p:nvSpPr>
          <p:cNvPr id="8" name="Text 3"/>
          <p:cNvSpPr txBox="1"/>
          <p:nvPr>
            <p:ph idx="110" type="body" hasCustomPrompt="1"/>
          </p:nvPr>
        </p:nvSpPr>
        <p:spPr>
          <a:xfrm>
            <a:off x="425196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Größe wählen, bezahlen, fertig. Kein Sammeln, kein Vorstrecken</a:t>
            </a:r>
            <a:endParaRPr lang="en-US" sz="1200" dirty="0"/>
          </a:p>
        </p:txBody>
      </p:sp>
      <p:sp>
        <p:nvSpPr>
          <p:cNvPr id="9" name="Text 4"/>
          <p:cNvSpPr txBox="1"/>
          <p:nvPr>
            <p:ph idx="112" type="body" hasCustomPrompt="1"/>
          </p:nvPr>
        </p:nvSpPr>
        <p:spPr>
          <a:xfrm>
            <a:off x="635508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Abholung im Verein</a:t>
            </a:r>
            <a:endParaRPr lang="en-US" sz="1600" dirty="0"/>
          </a:p>
        </p:txBody>
      </p:sp>
      <p:sp>
        <p:nvSpPr>
          <p:cNvPr id="10" name="Text 4"/>
          <p:cNvSpPr txBox="1"/>
          <p:nvPr>
            <p:ph idx="113" type="body" hasCustomPrompt="1"/>
          </p:nvPr>
        </p:nvSpPr>
        <p:spPr>
          <a:xfrm>
            <a:off x="635508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 produzieren, der Verein holt gesammelt ab oder erhält alles auf einmal. Nachbestellung jederzeit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Vereinskollektion SPG · Erwachsene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Beispiel SPG Ammerbuch/Wurmlingen: eigener Vereinsshop auf maiershirts.de mit Teamfarben und Vereinslogo.</a:t>
            </a:r>
            <a:endParaRPr lang="en-US" sz="1200" dirty="0"/>
          </a:p>
        </p:txBody>
      </p:sp>
      <p:pic>
        <p:nvPicPr>
          <p:cNvPr id="4" name="Image 0" descr="/var/folders/hm/sgq6d80d0vq133k7n8dc9bnw0000gn/T/maiershirts-NEMdy2/foto-kollektionen_spg_t-shirt-combi-men-light-melange-138x112.jp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1234440"/>
            <a:ext cx="1257300" cy="10241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45720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T-Shirt "Combi" Men Light Melange</a:t>
            </a:r>
            <a:endParaRPr lang="en-US" sz="1000" dirty="0"/>
          </a:p>
        </p:txBody>
      </p:sp>
      <p:sp>
        <p:nvSpPr>
          <p:cNvPr id="6" name="Text 0"/>
          <p:cNvSpPr txBox="1"/>
          <p:nvPr>
            <p:ph idx="105" type="body" hasCustomPrompt="1"/>
          </p:nvPr>
        </p:nvSpPr>
        <p:spPr>
          <a:xfrm>
            <a:off x="45720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7" name="Image 1" descr="/var/folders/hm/sgq6d80d0vq133k7n8dc9bnw0000gn/T/maiershirts-NEMdy2/foto-kollektionen_spg_hoodie-men-heather-oxford-138x112.jpg">    </p:cNvPr>
          <p:cNvPicPr>
            <a:picLocks noChangeAspect="1"/>
          </p:cNvPicPr>
          <p:nvPr>
            <p:ph idx="106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1851660" y="1234440"/>
            <a:ext cx="1257300" cy="1024128"/>
          </a:xfrm>
          <a:prstGeom prst="rect">
            <a:avLst/>
          </a:prstGeom>
        </p:spPr>
      </p:pic>
      <p:sp>
        <p:nvSpPr>
          <p:cNvPr id="8" name="Text 0"/>
          <p:cNvSpPr txBox="1"/>
          <p:nvPr>
            <p:ph idx="107" type="body" hasCustomPrompt="1"/>
          </p:nvPr>
        </p:nvSpPr>
        <p:spPr>
          <a:xfrm>
            <a:off x="185166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Hoodie Men Heather Oxford</a:t>
            </a:r>
            <a:endParaRPr lang="en-US" sz="1000" dirty="0"/>
          </a:p>
        </p:txBody>
      </p:sp>
      <p:sp>
        <p:nvSpPr>
          <p:cNvPr id="9" name="Text 0"/>
          <p:cNvSpPr txBox="1"/>
          <p:nvPr>
            <p:ph idx="108" type="body" hasCustomPrompt="1"/>
          </p:nvPr>
        </p:nvSpPr>
        <p:spPr>
          <a:xfrm>
            <a:off x="185166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0" name="Image 2" descr="/var/folders/hm/sgq6d80d0vq133k7n8dc9bnw0000gn/T/maiershirts-NEMdy2/foto-kollektionen_spg_short-drive-men-white-138x112.jp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3246120" y="1234440"/>
            <a:ext cx="1257300" cy="1024128"/>
          </a:xfrm>
          <a:prstGeom prst="rect">
            <a:avLst/>
          </a:prstGeom>
        </p:spPr>
      </p:pic>
      <p:sp>
        <p:nvSpPr>
          <p:cNvPr id="11" name="Text 0"/>
          <p:cNvSpPr txBox="1"/>
          <p:nvPr>
            <p:ph idx="110" type="body" hasCustomPrompt="1"/>
          </p:nvPr>
        </p:nvSpPr>
        <p:spPr>
          <a:xfrm>
            <a:off x="324612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"Drive" Men White</a:t>
            </a:r>
            <a:endParaRPr lang="en-US" sz="1000" dirty="0"/>
          </a:p>
        </p:txBody>
      </p:sp>
      <p:sp>
        <p:nvSpPr>
          <p:cNvPr id="12" name="Text 0"/>
          <p:cNvSpPr txBox="1"/>
          <p:nvPr>
            <p:ph idx="111" type="body" hasCustomPrompt="1"/>
          </p:nvPr>
        </p:nvSpPr>
        <p:spPr>
          <a:xfrm>
            <a:off x="324612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3" name="Image 3" descr="/var/folders/hm/sgq6d80d0vq133k7n8dc9bnw0000gn/T/maiershirts-NEMdy2/foto-kollektionen_spg_zip-hoodie-men-heather-oxford-138x112.jpg">    </p:cNvPr>
          <p:cNvPicPr>
            <a:picLocks noChangeAspect="1"/>
          </p:cNvPicPr>
          <p:nvPr>
            <p:ph idx="112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4640580" y="1234440"/>
            <a:ext cx="1257300" cy="1024128"/>
          </a:xfrm>
          <a:prstGeom prst="rect">
            <a:avLst/>
          </a:prstGeom>
        </p:spPr>
      </p:pic>
      <p:sp>
        <p:nvSpPr>
          <p:cNvPr id="14" name="Text 0"/>
          <p:cNvSpPr txBox="1"/>
          <p:nvPr>
            <p:ph idx="113" type="body" hasCustomPrompt="1"/>
          </p:nvPr>
        </p:nvSpPr>
        <p:spPr>
          <a:xfrm>
            <a:off x="464058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 Hoodie Men Heather Oxford</a:t>
            </a:r>
            <a:endParaRPr lang="en-US" sz="1000" dirty="0"/>
          </a:p>
        </p:txBody>
      </p:sp>
      <p:sp>
        <p:nvSpPr>
          <p:cNvPr id="15" name="Text 0"/>
          <p:cNvSpPr txBox="1"/>
          <p:nvPr>
            <p:ph idx="114" type="body" hasCustomPrompt="1"/>
          </p:nvPr>
        </p:nvSpPr>
        <p:spPr>
          <a:xfrm>
            <a:off x="464058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6" name="Image 4" descr="/var/folders/hm/sgq6d80d0vq133k7n8dc9bnw0000gn/T/maiershirts-NEMdy2/foto-kollektionen_spg_long-pant-staff-men-black-138x112.jpg">    </p:cNvPr>
          <p:cNvPicPr>
            <a:picLocks noChangeAspect="1"/>
          </p:cNvPicPr>
          <p:nvPr>
            <p:ph idx="115" type="pic" hasCustomPrompt="1"/>
          </p:nvPr>
        </p:nvPicPr>
        <p:blipFill>
          <a:blip r:embed="rId5"/>
          <a:stretch>
            <a:fillRect/>
          </a:stretch>
        </p:blipFill>
        <p:spPr>
          <a:xfrm>
            <a:off x="6035040" y="1234440"/>
            <a:ext cx="1257300" cy="1024128"/>
          </a:xfrm>
          <a:prstGeom prst="rect">
            <a:avLst/>
          </a:prstGeom>
        </p:spPr>
      </p:pic>
      <p:sp>
        <p:nvSpPr>
          <p:cNvPr id="17" name="Text 0"/>
          <p:cNvSpPr txBox="1"/>
          <p:nvPr>
            <p:ph idx="116" type="body" hasCustomPrompt="1"/>
          </p:nvPr>
        </p:nvSpPr>
        <p:spPr>
          <a:xfrm>
            <a:off x="603504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Pant "Staff" Men Black</a:t>
            </a:r>
            <a:endParaRPr lang="en-US" sz="1000" dirty="0"/>
          </a:p>
        </p:txBody>
      </p:sp>
      <p:sp>
        <p:nvSpPr>
          <p:cNvPr id="18" name="Text 0"/>
          <p:cNvSpPr txBox="1"/>
          <p:nvPr>
            <p:ph idx="117" type="body" hasCustomPrompt="1"/>
          </p:nvPr>
        </p:nvSpPr>
        <p:spPr>
          <a:xfrm>
            <a:off x="603504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9" name="Image 5" descr="/var/folders/hm/sgq6d80d0vq133k7n8dc9bnw0000gn/T/maiershirts-NEMdy2/foto-kollektionen_spg_sleevless-shirt-diana-women-light-melange-138x112.jpg">    </p:cNvPr>
          <p:cNvPicPr>
            <a:picLocks noChangeAspect="1"/>
          </p:cNvPicPr>
          <p:nvPr>
            <p:ph idx="118" type="pic" hasCustomPrompt="1"/>
          </p:nvPr>
        </p:nvPicPr>
        <p:blipFill>
          <a:blip r:embed="rId6"/>
          <a:stretch>
            <a:fillRect/>
          </a:stretch>
        </p:blipFill>
        <p:spPr>
          <a:xfrm>
            <a:off x="7429500" y="1234440"/>
            <a:ext cx="1257300" cy="1024128"/>
          </a:xfrm>
          <a:prstGeom prst="rect">
            <a:avLst/>
          </a:prstGeom>
        </p:spPr>
      </p:pic>
      <p:sp>
        <p:nvSpPr>
          <p:cNvPr id="20" name="Text 0"/>
          <p:cNvSpPr txBox="1"/>
          <p:nvPr>
            <p:ph idx="119" type="body" hasCustomPrompt="1"/>
          </p:nvPr>
        </p:nvSpPr>
        <p:spPr>
          <a:xfrm>
            <a:off x="742950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Sleevless Shirt "Diana" Women Light Melange</a:t>
            </a:r>
            <a:endParaRPr lang="en-US" sz="1000" dirty="0"/>
          </a:p>
        </p:txBody>
      </p:sp>
      <p:sp>
        <p:nvSpPr>
          <p:cNvPr id="21" name="Text 0"/>
          <p:cNvSpPr txBox="1"/>
          <p:nvPr>
            <p:ph idx="120" type="body" hasCustomPrompt="1"/>
          </p:nvPr>
        </p:nvSpPr>
        <p:spPr>
          <a:xfrm>
            <a:off x="742950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22" name="Image 6" descr="/var/folders/hm/sgq6d80d0vq133k7n8dc9bnw0000gn/T/maiershirts-NEMdy2/foto-kollektionen_spg_hoodie-women-heather-oxford-138x112.jpg">    </p:cNvPr>
          <p:cNvPicPr>
            <a:picLocks noChangeAspect="1"/>
          </p:cNvPicPr>
          <p:nvPr>
            <p:ph idx="121" type="pic" hasCustomPrompt="1"/>
          </p:nvPr>
        </p:nvPicPr>
        <p:blipFill>
          <a:blip r:embed="rId7"/>
          <a:stretch>
            <a:fillRect/>
          </a:stretch>
        </p:blipFill>
        <p:spPr>
          <a:xfrm>
            <a:off x="457200" y="2807208"/>
            <a:ext cx="1257300" cy="1024128"/>
          </a:xfrm>
          <a:prstGeom prst="rect">
            <a:avLst/>
          </a:prstGeom>
        </p:spPr>
      </p:pic>
      <p:sp>
        <p:nvSpPr>
          <p:cNvPr id="23" name="Text 0"/>
          <p:cNvSpPr txBox="1"/>
          <p:nvPr>
            <p:ph idx="122" type="body" hasCustomPrompt="1"/>
          </p:nvPr>
        </p:nvSpPr>
        <p:spPr>
          <a:xfrm>
            <a:off x="45720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Hoodie Women Heather Oxford</a:t>
            </a:r>
            <a:endParaRPr lang="en-US" sz="1000" dirty="0"/>
          </a:p>
        </p:txBody>
      </p:sp>
      <p:sp>
        <p:nvSpPr>
          <p:cNvPr id="24" name="Text 0"/>
          <p:cNvSpPr txBox="1"/>
          <p:nvPr>
            <p:ph idx="123" type="body" hasCustomPrompt="1"/>
          </p:nvPr>
        </p:nvSpPr>
        <p:spPr>
          <a:xfrm>
            <a:off x="45720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25" name="Image 7" descr="/var/folders/hm/sgq6d80d0vq133k7n8dc9bnw0000gn/T/maiershirts-NEMdy2/foto-kollektionen_spg_t-shirt-combi-women-light-melange-138x112.jpg">    </p:cNvPr>
          <p:cNvPicPr>
            <a:picLocks noChangeAspect="1"/>
          </p:cNvPicPr>
          <p:nvPr>
            <p:ph idx="124" type="pic" hasCustomPrompt="1"/>
          </p:nvPr>
        </p:nvPicPr>
        <p:blipFill>
          <a:blip r:embed="rId8"/>
          <a:stretch>
            <a:fillRect/>
          </a:stretch>
        </p:blipFill>
        <p:spPr>
          <a:xfrm>
            <a:off x="1851660" y="2807208"/>
            <a:ext cx="1257300" cy="1024128"/>
          </a:xfrm>
          <a:prstGeom prst="rect">
            <a:avLst/>
          </a:prstGeom>
        </p:spPr>
      </p:pic>
      <p:sp>
        <p:nvSpPr>
          <p:cNvPr id="26" name="Text 0"/>
          <p:cNvSpPr txBox="1"/>
          <p:nvPr>
            <p:ph idx="125" type="body" hasCustomPrompt="1"/>
          </p:nvPr>
        </p:nvSpPr>
        <p:spPr>
          <a:xfrm>
            <a:off x="185166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T-Shirt "Combi" Women Light Melange</a:t>
            </a:r>
            <a:endParaRPr lang="en-US" sz="1000" dirty="0"/>
          </a:p>
        </p:txBody>
      </p:sp>
      <p:sp>
        <p:nvSpPr>
          <p:cNvPr id="27" name="Text 0"/>
          <p:cNvSpPr txBox="1"/>
          <p:nvPr>
            <p:ph idx="126" type="body" hasCustomPrompt="1"/>
          </p:nvPr>
        </p:nvSpPr>
        <p:spPr>
          <a:xfrm>
            <a:off x="185166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28" name="Image 8" descr="/var/folders/hm/sgq6d80d0vq133k7n8dc9bnw0000gn/T/maiershirts-NEMdy2/foto-kollektionen_spg_rock-torneo-iii-women-white-138x112.jpg">    </p:cNvPr>
          <p:cNvPicPr>
            <a:picLocks noChangeAspect="1"/>
          </p:cNvPicPr>
          <p:nvPr>
            <p:ph idx="127" type="pic" hasCustomPrompt="1"/>
          </p:nvPr>
        </p:nvPicPr>
        <p:blipFill>
          <a:blip r:embed="rId9"/>
          <a:stretch>
            <a:fillRect/>
          </a:stretch>
        </p:blipFill>
        <p:spPr>
          <a:xfrm>
            <a:off x="3246120" y="2807208"/>
            <a:ext cx="1257300" cy="1024128"/>
          </a:xfrm>
          <a:prstGeom prst="rect">
            <a:avLst/>
          </a:prstGeom>
        </p:spPr>
      </p:pic>
      <p:sp>
        <p:nvSpPr>
          <p:cNvPr id="29" name="Text 0"/>
          <p:cNvSpPr txBox="1"/>
          <p:nvPr>
            <p:ph idx="128" type="body" hasCustomPrompt="1"/>
          </p:nvPr>
        </p:nvSpPr>
        <p:spPr>
          <a:xfrm>
            <a:off x="324612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Rock "Torneo III" Women White</a:t>
            </a:r>
            <a:endParaRPr lang="en-US" sz="1000" dirty="0"/>
          </a:p>
        </p:txBody>
      </p:sp>
      <p:sp>
        <p:nvSpPr>
          <p:cNvPr id="30" name="Text 0"/>
          <p:cNvSpPr txBox="1"/>
          <p:nvPr>
            <p:ph idx="129" type="body" hasCustomPrompt="1"/>
          </p:nvPr>
        </p:nvSpPr>
        <p:spPr>
          <a:xfrm>
            <a:off x="324612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31" name="Image 9" descr="/var/folders/hm/sgq6d80d0vq133k7n8dc9bnw0000gn/T/maiershirts-NEMdy2/foto-kollektionen_spg_zip-hoodie-women-heather-oxford-138x112.jpg">    </p:cNvPr>
          <p:cNvPicPr>
            <a:picLocks noChangeAspect="1"/>
          </p:cNvPicPr>
          <p:nvPr>
            <p:ph idx="130" type="pic" hasCustomPrompt="1"/>
          </p:nvPr>
        </p:nvPicPr>
        <p:blipFill>
          <a:blip r:embed="rId10"/>
          <a:stretch>
            <a:fillRect/>
          </a:stretch>
        </p:blipFill>
        <p:spPr>
          <a:xfrm>
            <a:off x="4640580" y="2807208"/>
            <a:ext cx="1257300" cy="1024128"/>
          </a:xfrm>
          <a:prstGeom prst="rect">
            <a:avLst/>
          </a:prstGeom>
        </p:spPr>
      </p:pic>
      <p:sp>
        <p:nvSpPr>
          <p:cNvPr id="32" name="Text 0"/>
          <p:cNvSpPr txBox="1"/>
          <p:nvPr>
            <p:ph idx="131" type="body" hasCustomPrompt="1"/>
          </p:nvPr>
        </p:nvSpPr>
        <p:spPr>
          <a:xfrm>
            <a:off x="464058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 Hoodie Women Heather Oxford</a:t>
            </a:r>
            <a:endParaRPr lang="en-US" sz="1000" dirty="0"/>
          </a:p>
        </p:txBody>
      </p:sp>
      <p:sp>
        <p:nvSpPr>
          <p:cNvPr id="33" name="Text 0"/>
          <p:cNvSpPr txBox="1"/>
          <p:nvPr>
            <p:ph idx="132" type="body" hasCustomPrompt="1"/>
          </p:nvPr>
        </p:nvSpPr>
        <p:spPr>
          <a:xfrm>
            <a:off x="464058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34" name="Image 10" descr="/var/folders/hm/sgq6d80d0vq133k7n8dc9bnw0000gn/T/maiershirts-NEMdy2/foto-kollektionen_spg_short-hobby-women-white-138x112.jpg">    </p:cNvPr>
          <p:cNvPicPr>
            <a:picLocks noChangeAspect="1"/>
          </p:cNvPicPr>
          <p:nvPr>
            <p:ph idx="133" type="pic" hasCustomPrompt="1"/>
          </p:nvPr>
        </p:nvPicPr>
        <p:blipFill>
          <a:blip r:embed="rId11"/>
          <a:stretch>
            <a:fillRect/>
          </a:stretch>
        </p:blipFill>
        <p:spPr>
          <a:xfrm>
            <a:off x="6035040" y="2807208"/>
            <a:ext cx="1257300" cy="1024128"/>
          </a:xfrm>
          <a:prstGeom prst="rect">
            <a:avLst/>
          </a:prstGeom>
        </p:spPr>
      </p:pic>
      <p:sp>
        <p:nvSpPr>
          <p:cNvPr id="35" name="Text 0"/>
          <p:cNvSpPr txBox="1"/>
          <p:nvPr>
            <p:ph idx="134" type="body" hasCustomPrompt="1"/>
          </p:nvPr>
        </p:nvSpPr>
        <p:spPr>
          <a:xfrm>
            <a:off x="603504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"Hobby" Women White</a:t>
            </a:r>
            <a:endParaRPr lang="en-US" sz="1000" dirty="0"/>
          </a:p>
        </p:txBody>
      </p:sp>
      <p:sp>
        <p:nvSpPr>
          <p:cNvPr id="36" name="Text 0"/>
          <p:cNvSpPr txBox="1"/>
          <p:nvPr>
            <p:ph idx="135" type="body" hasCustomPrompt="1"/>
          </p:nvPr>
        </p:nvSpPr>
        <p:spPr>
          <a:xfrm>
            <a:off x="603504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37" name="Image 11" descr="/var/folders/hm/sgq6d80d0vq133k7n8dc9bnw0000gn/T/maiershirts-NEMdy2/foto-kollektionen_spg_long-pant-staff-women-black-138x112.jpg">    </p:cNvPr>
          <p:cNvPicPr>
            <a:picLocks noChangeAspect="1"/>
          </p:cNvPicPr>
          <p:nvPr>
            <p:ph idx="136" type="pic" hasCustomPrompt="1"/>
          </p:nvPr>
        </p:nvPicPr>
        <p:blipFill>
          <a:blip r:embed="rId12"/>
          <a:stretch>
            <a:fillRect/>
          </a:stretch>
        </p:blipFill>
        <p:spPr>
          <a:xfrm>
            <a:off x="7429500" y="2807208"/>
            <a:ext cx="1257300" cy="1024128"/>
          </a:xfrm>
          <a:prstGeom prst="rect">
            <a:avLst/>
          </a:prstGeom>
        </p:spPr>
      </p:pic>
      <p:sp>
        <p:nvSpPr>
          <p:cNvPr id="38" name="Text 0"/>
          <p:cNvSpPr txBox="1"/>
          <p:nvPr>
            <p:ph idx="137" type="body" hasCustomPrompt="1"/>
          </p:nvPr>
        </p:nvSpPr>
        <p:spPr>
          <a:xfrm>
            <a:off x="742950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Pant "Staff" Women Black</a:t>
            </a:r>
            <a:endParaRPr lang="en-US" sz="1000" dirty="0"/>
          </a:p>
        </p:txBody>
      </p:sp>
      <p:sp>
        <p:nvSpPr>
          <p:cNvPr id="39" name="Text 0"/>
          <p:cNvSpPr txBox="1"/>
          <p:nvPr>
            <p:ph idx="138" type="body" hasCustomPrompt="1"/>
          </p:nvPr>
        </p:nvSpPr>
        <p:spPr>
          <a:xfrm>
            <a:off x="742950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Vereinskollektion SPG · Jugend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Beispiel SPG Ammerbuch/Wurmlingen: eigener Vereinsshop auf maiershirts.de mit Teamfarben und Vereinslogo.</a:t>
            </a:r>
            <a:endParaRPr lang="en-US" sz="1200" dirty="0"/>
          </a:p>
        </p:txBody>
      </p:sp>
      <p:pic>
        <p:nvPicPr>
          <p:cNvPr id="4" name="Image 0" descr="/var/folders/hm/sgq6d80d0vq133k7n8dc9bnw0000gn/T/maiershirts-NEMdy2/foto-kollektionen_spg_t-shirt-combi-men-skye-blue-138x112.jp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1234440"/>
            <a:ext cx="1257300" cy="10241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45720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T-Shirt "Combi" Men Skye Blue</a:t>
            </a:r>
            <a:endParaRPr lang="en-US" sz="1000" dirty="0"/>
          </a:p>
        </p:txBody>
      </p:sp>
      <p:sp>
        <p:nvSpPr>
          <p:cNvPr id="6" name="Text 0"/>
          <p:cNvSpPr txBox="1"/>
          <p:nvPr>
            <p:ph idx="105" type="body" hasCustomPrompt="1"/>
          </p:nvPr>
        </p:nvSpPr>
        <p:spPr>
          <a:xfrm>
            <a:off x="45720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7" name="Image 1" descr="/var/folders/hm/sgq6d80d0vq133k7n8dc9bnw0000gn/T/maiershirts-NEMdy2/foto-kollektionen_spg_hoodie-kids-heather-oxford-138x112.jpg">    </p:cNvPr>
          <p:cNvPicPr>
            <a:picLocks noChangeAspect="1"/>
          </p:cNvPicPr>
          <p:nvPr>
            <p:ph idx="106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1851660" y="1234440"/>
            <a:ext cx="1257300" cy="1024128"/>
          </a:xfrm>
          <a:prstGeom prst="rect">
            <a:avLst/>
          </a:prstGeom>
        </p:spPr>
      </p:pic>
      <p:sp>
        <p:nvSpPr>
          <p:cNvPr id="8" name="Text 0"/>
          <p:cNvSpPr txBox="1"/>
          <p:nvPr>
            <p:ph idx="107" type="body" hasCustomPrompt="1"/>
          </p:nvPr>
        </p:nvSpPr>
        <p:spPr>
          <a:xfrm>
            <a:off x="185166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Hoodie Kids Heather Oxford</a:t>
            </a:r>
            <a:endParaRPr lang="en-US" sz="1000" dirty="0"/>
          </a:p>
        </p:txBody>
      </p:sp>
      <p:sp>
        <p:nvSpPr>
          <p:cNvPr id="9" name="Text 0"/>
          <p:cNvSpPr txBox="1"/>
          <p:nvPr>
            <p:ph idx="108" type="body" hasCustomPrompt="1"/>
          </p:nvPr>
        </p:nvSpPr>
        <p:spPr>
          <a:xfrm>
            <a:off x="185166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0" name="Image 2" descr="/var/folders/hm/sgq6d80d0vq133k7n8dc9bnw0000gn/T/maiershirts-NEMdy2/foto-kollektionen_spg_short-drive-men-navy-138x112.jp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3246120" y="1234440"/>
            <a:ext cx="1257300" cy="1024128"/>
          </a:xfrm>
          <a:prstGeom prst="rect">
            <a:avLst/>
          </a:prstGeom>
        </p:spPr>
      </p:pic>
      <p:sp>
        <p:nvSpPr>
          <p:cNvPr id="11" name="Text 0"/>
          <p:cNvSpPr txBox="1"/>
          <p:nvPr>
            <p:ph idx="110" type="body" hasCustomPrompt="1"/>
          </p:nvPr>
        </p:nvSpPr>
        <p:spPr>
          <a:xfrm>
            <a:off x="324612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"Drive" Men Navy</a:t>
            </a:r>
            <a:endParaRPr lang="en-US" sz="1000" dirty="0"/>
          </a:p>
        </p:txBody>
      </p:sp>
      <p:sp>
        <p:nvSpPr>
          <p:cNvPr id="12" name="Text 0"/>
          <p:cNvSpPr txBox="1"/>
          <p:nvPr>
            <p:ph idx="111" type="body" hasCustomPrompt="1"/>
          </p:nvPr>
        </p:nvSpPr>
        <p:spPr>
          <a:xfrm>
            <a:off x="324612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3" name="Image 3" descr="/var/folders/hm/sgq6d80d0vq133k7n8dc9bnw0000gn/T/maiershirts-NEMdy2/foto-kollektionen_spg_t-shirt-combi-women-sky-blue-138x112.jpg">    </p:cNvPr>
          <p:cNvPicPr>
            <a:picLocks noChangeAspect="1"/>
          </p:cNvPicPr>
          <p:nvPr>
            <p:ph idx="112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4640580" y="1234440"/>
            <a:ext cx="1257300" cy="1024128"/>
          </a:xfrm>
          <a:prstGeom prst="rect">
            <a:avLst/>
          </a:prstGeom>
        </p:spPr>
      </p:pic>
      <p:sp>
        <p:nvSpPr>
          <p:cNvPr id="14" name="Text 0"/>
          <p:cNvSpPr txBox="1"/>
          <p:nvPr>
            <p:ph idx="113" type="body" hasCustomPrompt="1"/>
          </p:nvPr>
        </p:nvSpPr>
        <p:spPr>
          <a:xfrm>
            <a:off x="464058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T-Shirt "Combi" Women Sky Blue</a:t>
            </a:r>
            <a:endParaRPr lang="en-US" sz="1000" dirty="0"/>
          </a:p>
        </p:txBody>
      </p:sp>
      <p:sp>
        <p:nvSpPr>
          <p:cNvPr id="15" name="Text 0"/>
          <p:cNvSpPr txBox="1"/>
          <p:nvPr>
            <p:ph idx="114" type="body" hasCustomPrompt="1"/>
          </p:nvPr>
        </p:nvSpPr>
        <p:spPr>
          <a:xfrm>
            <a:off x="464058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6" name="Image 4" descr="/var/folders/hm/sgq6d80d0vq133k7n8dc9bnw0000gn/T/maiershirts-NEMdy2/foto-kollektionen_spg_rock-open-ii-women-navy-138x112.jpg">    </p:cNvPr>
          <p:cNvPicPr>
            <a:picLocks noChangeAspect="1"/>
          </p:cNvPicPr>
          <p:nvPr>
            <p:ph idx="115" type="pic" hasCustomPrompt="1"/>
          </p:nvPr>
        </p:nvPicPr>
        <p:blipFill>
          <a:blip r:embed="rId5"/>
          <a:stretch>
            <a:fillRect/>
          </a:stretch>
        </p:blipFill>
        <p:spPr>
          <a:xfrm>
            <a:off x="6035040" y="1234440"/>
            <a:ext cx="1257300" cy="1024128"/>
          </a:xfrm>
          <a:prstGeom prst="rect">
            <a:avLst/>
          </a:prstGeom>
        </p:spPr>
      </p:pic>
      <p:sp>
        <p:nvSpPr>
          <p:cNvPr id="17" name="Text 0"/>
          <p:cNvSpPr txBox="1"/>
          <p:nvPr>
            <p:ph idx="116" type="body" hasCustomPrompt="1"/>
          </p:nvPr>
        </p:nvSpPr>
        <p:spPr>
          <a:xfrm>
            <a:off x="603504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Rock "Open II" Women Navy</a:t>
            </a:r>
            <a:endParaRPr lang="en-US" sz="1000" dirty="0"/>
          </a:p>
        </p:txBody>
      </p:sp>
      <p:sp>
        <p:nvSpPr>
          <p:cNvPr id="18" name="Text 0"/>
          <p:cNvSpPr txBox="1"/>
          <p:nvPr>
            <p:ph idx="117" type="body" hasCustomPrompt="1"/>
          </p:nvPr>
        </p:nvSpPr>
        <p:spPr>
          <a:xfrm>
            <a:off x="603504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19" name="Image 5" descr="/var/folders/hm/sgq6d80d0vq133k7n8dc9bnw0000gn/T/maiershirts-NEMdy2/foto-kollektionen_spg_short-hobby-women-navy-138x112.jpg">    </p:cNvPr>
          <p:cNvPicPr>
            <a:picLocks noChangeAspect="1"/>
          </p:cNvPicPr>
          <p:nvPr>
            <p:ph idx="118" type="pic" hasCustomPrompt="1"/>
          </p:nvPr>
        </p:nvPicPr>
        <p:blipFill>
          <a:blip r:embed="rId6"/>
          <a:stretch>
            <a:fillRect/>
          </a:stretch>
        </p:blipFill>
        <p:spPr>
          <a:xfrm>
            <a:off x="7429500" y="1234440"/>
            <a:ext cx="1257300" cy="1024128"/>
          </a:xfrm>
          <a:prstGeom prst="rect">
            <a:avLst/>
          </a:prstGeom>
        </p:spPr>
      </p:pic>
      <p:sp>
        <p:nvSpPr>
          <p:cNvPr id="20" name="Text 0"/>
          <p:cNvSpPr txBox="1"/>
          <p:nvPr>
            <p:ph idx="119" type="body" hasCustomPrompt="1"/>
          </p:nvPr>
        </p:nvSpPr>
        <p:spPr>
          <a:xfrm>
            <a:off x="7429500" y="2276856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"Hobby" Women Navy</a:t>
            </a:r>
            <a:endParaRPr lang="en-US" sz="1000" dirty="0"/>
          </a:p>
        </p:txBody>
      </p:sp>
      <p:sp>
        <p:nvSpPr>
          <p:cNvPr id="21" name="Text 0"/>
          <p:cNvSpPr txBox="1"/>
          <p:nvPr>
            <p:ph idx="120" type="body" hasCustomPrompt="1"/>
          </p:nvPr>
        </p:nvSpPr>
        <p:spPr>
          <a:xfrm>
            <a:off x="7429500" y="2587752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22" name="Image 6" descr="/var/folders/hm/sgq6d80d0vq133k7n8dc9bnw0000gn/T/maiershirts-NEMdy2/foto-kollektionen_spg_sleevless-shirt-diana-women-sky-blue-138x112.jpg">    </p:cNvPr>
          <p:cNvPicPr>
            <a:picLocks noChangeAspect="1"/>
          </p:cNvPicPr>
          <p:nvPr>
            <p:ph idx="121" type="pic" hasCustomPrompt="1"/>
          </p:nvPr>
        </p:nvPicPr>
        <p:blipFill>
          <a:blip r:embed="rId7"/>
          <a:stretch>
            <a:fillRect/>
          </a:stretch>
        </p:blipFill>
        <p:spPr>
          <a:xfrm>
            <a:off x="457200" y="2807208"/>
            <a:ext cx="1257300" cy="1024128"/>
          </a:xfrm>
          <a:prstGeom prst="rect">
            <a:avLst/>
          </a:prstGeom>
        </p:spPr>
      </p:pic>
      <p:sp>
        <p:nvSpPr>
          <p:cNvPr id="23" name="Text 0"/>
          <p:cNvSpPr txBox="1"/>
          <p:nvPr>
            <p:ph idx="122" type="body" hasCustomPrompt="1"/>
          </p:nvPr>
        </p:nvSpPr>
        <p:spPr>
          <a:xfrm>
            <a:off x="45720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Sleevless Shirt "Diana" Women Sky Blue</a:t>
            </a:r>
            <a:endParaRPr lang="en-US" sz="1000" dirty="0"/>
          </a:p>
        </p:txBody>
      </p:sp>
      <p:sp>
        <p:nvSpPr>
          <p:cNvPr id="24" name="Text 0"/>
          <p:cNvSpPr txBox="1"/>
          <p:nvPr>
            <p:ph idx="123" type="body" hasCustomPrompt="1"/>
          </p:nvPr>
        </p:nvSpPr>
        <p:spPr>
          <a:xfrm>
            <a:off x="45720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6" name="Text 0"/>
          <p:cNvSpPr/>
          <p:nvPr>
            <p:ph idx="124" hasCustomPrompt="1"/>
          </p:nvPr>
        </p:nvSpPr>
        <p:spPr>
          <a:xfrm>
            <a:off x="1851660" y="2807208"/>
            <a:ext cx="12573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0"/>
          <p:cNvSpPr/>
          <p:nvPr>
            <p:ph idx="125" type="body" hasCustomPrompt="1"/>
          </p:nvPr>
        </p:nvSpPr>
        <p:spPr>
          <a:xfrm>
            <a:off x="185166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Text 0"/>
          <p:cNvSpPr/>
          <p:nvPr>
            <p:ph idx="126" type="body" hasCustomPrompt="1"/>
          </p:nvPr>
        </p:nvSpPr>
        <p:spPr>
          <a:xfrm>
            <a:off x="185166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9" name="Text 0"/>
          <p:cNvSpPr/>
          <p:nvPr>
            <p:ph idx="127" hasCustomPrompt="1"/>
          </p:nvPr>
        </p:nvSpPr>
        <p:spPr>
          <a:xfrm>
            <a:off x="3246120" y="2807208"/>
            <a:ext cx="12573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0" name="Text 0"/>
          <p:cNvSpPr/>
          <p:nvPr>
            <p:ph idx="128" type="body" hasCustomPrompt="1"/>
          </p:nvPr>
        </p:nvSpPr>
        <p:spPr>
          <a:xfrm>
            <a:off x="324612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1" name="Text 0"/>
          <p:cNvSpPr/>
          <p:nvPr>
            <p:ph idx="129" type="body" hasCustomPrompt="1"/>
          </p:nvPr>
        </p:nvSpPr>
        <p:spPr>
          <a:xfrm>
            <a:off x="324612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2" name="Text 0"/>
          <p:cNvSpPr/>
          <p:nvPr>
            <p:ph idx="130" hasCustomPrompt="1"/>
          </p:nvPr>
        </p:nvSpPr>
        <p:spPr>
          <a:xfrm>
            <a:off x="4640580" y="2807208"/>
            <a:ext cx="12573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3" name="Text 0"/>
          <p:cNvSpPr/>
          <p:nvPr>
            <p:ph idx="131" type="body" hasCustomPrompt="1"/>
          </p:nvPr>
        </p:nvSpPr>
        <p:spPr>
          <a:xfrm>
            <a:off x="464058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4" name="Text 0"/>
          <p:cNvSpPr/>
          <p:nvPr>
            <p:ph idx="132" type="body" hasCustomPrompt="1"/>
          </p:nvPr>
        </p:nvSpPr>
        <p:spPr>
          <a:xfrm>
            <a:off x="464058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5" name="Text 0"/>
          <p:cNvSpPr/>
          <p:nvPr>
            <p:ph idx="133" hasCustomPrompt="1"/>
          </p:nvPr>
        </p:nvSpPr>
        <p:spPr>
          <a:xfrm>
            <a:off x="6035040" y="2807208"/>
            <a:ext cx="12573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6" name="Text 0"/>
          <p:cNvSpPr/>
          <p:nvPr>
            <p:ph idx="134" type="body" hasCustomPrompt="1"/>
          </p:nvPr>
        </p:nvSpPr>
        <p:spPr>
          <a:xfrm>
            <a:off x="603504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7" name="Text 0"/>
          <p:cNvSpPr/>
          <p:nvPr>
            <p:ph idx="135" type="body" hasCustomPrompt="1"/>
          </p:nvPr>
        </p:nvSpPr>
        <p:spPr>
          <a:xfrm>
            <a:off x="603504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8" name="Text 0"/>
          <p:cNvSpPr/>
          <p:nvPr>
            <p:ph idx="136" hasCustomPrompt="1"/>
          </p:nvPr>
        </p:nvSpPr>
        <p:spPr>
          <a:xfrm>
            <a:off x="7429500" y="2807208"/>
            <a:ext cx="12573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9" name="Text 0"/>
          <p:cNvSpPr/>
          <p:nvPr>
            <p:ph idx="137" type="body" hasCustomPrompt="1"/>
          </p:nvPr>
        </p:nvSpPr>
        <p:spPr>
          <a:xfrm>
            <a:off x="7429500" y="3849624"/>
            <a:ext cx="1257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0" name="Text 0"/>
          <p:cNvSpPr/>
          <p:nvPr>
            <p:ph idx="138" type="body" hasCustomPrompt="1"/>
          </p:nvPr>
        </p:nvSpPr>
        <p:spPr>
          <a:xfrm>
            <a:off x="7429500" y="4160520"/>
            <a:ext cx="1257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Projekte für Vereine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Vom Jubiläums-Shirt bis zum Trainingslager: vier Beispiele aus der Werkstatt.</a:t>
            </a:r>
            <a:endParaRPr lang="en-US" sz="1200" dirty="0"/>
          </a:p>
        </p:txBody>
      </p:sp>
      <p:pic>
        <p:nvPicPr>
          <p:cNvPr id="4" name="Image 0" descr="/var/folders/hm/sgq6d80d0vq133k7n8dc9bnw0000gn/T/maiershirts-NEMdy2/foto-projekt-1-440x350.jp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1234440"/>
            <a:ext cx="4023360" cy="32004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594360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Sportfreunde Dußlingen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5" type="body" hasCustomPrompt="1"/>
          </p:nvPr>
        </p:nvSpPr>
        <p:spPr>
          <a:xfrm>
            <a:off x="594360" y="41422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Crew-Shirts zum 125-jährigen Jubiläum</a:t>
            </a:r>
            <a:endParaRPr lang="en-US" sz="1000" dirty="0"/>
          </a:p>
        </p:txBody>
      </p:sp>
      <p:pic>
        <p:nvPicPr>
          <p:cNvPr id="7" name="Image 1" descr="/var/folders/hm/sgq6d80d0vq133k7n8dc9bnw0000gn/T/maiershirts-NEMdy2/foto-projekt-4-215x165.jpg">    </p:cNvPr>
          <p:cNvPicPr>
            <a:picLocks noChangeAspect="1"/>
          </p:cNvPicPr>
          <p:nvPr>
            <p:ph idx="106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4663440" y="1234440"/>
            <a:ext cx="1965960" cy="1508760"/>
          </a:xfrm>
          <a:prstGeom prst="rect">
            <a:avLst/>
          </a:prstGeom>
        </p:spPr>
      </p:pic>
      <p:sp>
        <p:nvSpPr>
          <p:cNvPr id="8" name="Text 0"/>
          <p:cNvSpPr txBox="1"/>
          <p:nvPr>
            <p:ph idx="107" type="body" hasCustomPrompt="1"/>
          </p:nvPr>
        </p:nvSpPr>
        <p:spPr>
          <a:xfrm>
            <a:off x="480060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 Mühlacker</a:t>
            </a:r>
            <a:endParaRPr lang="en-US" sz="1300" dirty="0"/>
          </a:p>
        </p:txBody>
      </p:sp>
      <p:sp>
        <p:nvSpPr>
          <p:cNvPr id="9" name="Text 0"/>
          <p:cNvSpPr txBox="1"/>
          <p:nvPr>
            <p:ph idx="108" type="body" hasCustomPrompt="1"/>
          </p:nvPr>
        </p:nvSpPr>
        <p:spPr>
          <a:xfrm>
            <a:off x="4800600" y="25054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Trainingslager-Shirts</a:t>
            </a:r>
            <a:endParaRPr lang="en-US" sz="1000" dirty="0"/>
          </a:p>
        </p:txBody>
      </p:sp>
      <p:pic>
        <p:nvPicPr>
          <p:cNvPr id="10" name="Image 2" descr="/var/folders/hm/sgq6d80d0vq133k7n8dc9bnw0000gn/T/maiershirts-NEMdy2/foto-projekt-3-205x165.jp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6812280" y="1234440"/>
            <a:ext cx="1874520" cy="1508760"/>
          </a:xfrm>
          <a:prstGeom prst="rect">
            <a:avLst/>
          </a:prstGeom>
        </p:spPr>
      </p:pic>
      <p:sp>
        <p:nvSpPr>
          <p:cNvPr id="11" name="Text 0"/>
          <p:cNvSpPr txBox="1"/>
          <p:nvPr>
            <p:ph idx="110" type="body" hasCustomPrompt="1"/>
          </p:nvPr>
        </p:nvSpPr>
        <p:spPr>
          <a:xfrm>
            <a:off x="694944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Biwakschachtel</a:t>
            </a:r>
            <a:endParaRPr lang="en-US" sz="1300" dirty="0"/>
          </a:p>
        </p:txBody>
      </p:sp>
      <p:sp>
        <p:nvSpPr>
          <p:cNvPr id="12" name="Text 0"/>
          <p:cNvSpPr txBox="1"/>
          <p:nvPr>
            <p:ph idx="111" type="body" hasCustomPrompt="1"/>
          </p:nvPr>
        </p:nvSpPr>
        <p:spPr>
          <a:xfrm>
            <a:off x="6949440" y="25054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Kepi Climbing Team</a:t>
            </a:r>
            <a:endParaRPr lang="en-US" sz="1000" dirty="0"/>
          </a:p>
        </p:txBody>
      </p:sp>
      <p:pic>
        <p:nvPicPr>
          <p:cNvPr id="13" name="Image 3" descr="/var/folders/hm/sgq6d80d0vq133k7n8dc9bnw0000gn/T/maiershirts-NEMdy2/foto-projekt-7-440x165.jpg">    </p:cNvPr>
          <p:cNvPicPr>
            <a:picLocks noChangeAspect="1"/>
          </p:cNvPicPr>
          <p:nvPr>
            <p:ph idx="112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4663440" y="2926080"/>
            <a:ext cx="4023360" cy="1508760"/>
          </a:xfrm>
          <a:prstGeom prst="rect">
            <a:avLst/>
          </a:prstGeom>
        </p:spPr>
      </p:pic>
      <p:sp>
        <p:nvSpPr>
          <p:cNvPr id="14" name="Text 0"/>
          <p:cNvSpPr txBox="1"/>
          <p:nvPr>
            <p:ph idx="113" type="body" hasCustomPrompt="1"/>
          </p:nvPr>
        </p:nvSpPr>
        <p:spPr>
          <a:xfrm>
            <a:off x="480060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Ämmerles</a:t>
            </a:r>
            <a:endParaRPr lang="en-US" sz="1300" dirty="0"/>
          </a:p>
        </p:txBody>
      </p:sp>
      <p:sp>
        <p:nvSpPr>
          <p:cNvPr id="15" name="Text 0"/>
          <p:cNvSpPr txBox="1"/>
          <p:nvPr>
            <p:ph idx="114" type="body" hasCustomPrompt="1"/>
          </p:nvPr>
        </p:nvSpPr>
        <p:spPr>
          <a:xfrm>
            <a:off x="4800600" y="4197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Schürzen mit Vollfarbmotiv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Vereine, die auf uns setzen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Auswahl. Vereine aus der ganzen Region lassen bei uns ausstatten.</a:t>
            </a:r>
            <a:endParaRPr lang="en-US" sz="1200" dirty="0"/>
          </a:p>
        </p:txBody>
      </p:sp>
      <p:pic>
        <p:nvPicPr>
          <p:cNvPr id="4" name="Image 0" descr="/var/folders/hm/sgq6d80d0vq133k7n8dc9bnw0000gn/T/maiershirts-NEMdy2/ref-vereine-0-0.pn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811976" y="1472184"/>
            <a:ext cx="1210688" cy="70408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566928" y="24140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 Sektion Tübingen</a:t>
            </a:r>
            <a:endParaRPr lang="en-US" sz="1100" dirty="0"/>
          </a:p>
        </p:txBody>
      </p:sp>
      <p:pic>
        <p:nvPicPr>
          <p:cNvPr id="6" name="Image 1" descr="/var/folders/hm/sgq6d80d0vq133k7n8dc9bnw0000gn/T/maiershirts-NEMdy2/ref-vereine-0-1.png">    </p:cNvPr>
          <p:cNvPicPr>
            <a:picLocks noChangeAspect="1"/>
          </p:cNvPicPr>
          <p:nvPr>
            <p:ph idx="105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2821950" y="1472184"/>
            <a:ext cx="1396979" cy="70408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idx="106" type="body" hasCustomPrompt="1"/>
          </p:nvPr>
        </p:nvSpPr>
        <p:spPr>
          <a:xfrm>
            <a:off x="2670048" y="24140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Tennisclub Ammerbuch</a:t>
            </a:r>
            <a:endParaRPr lang="en-US" sz="1100" dirty="0"/>
          </a:p>
        </p:txBody>
      </p:sp>
      <p:pic>
        <p:nvPicPr>
          <p:cNvPr id="8" name="Image 2" descr="/var/folders/hm/sgq6d80d0vq133k7n8dc9bnw0000gn/T/maiershirts-NEMdy2/ref-vereine-0-2.png">    </p:cNvPr>
          <p:cNvPicPr>
            <a:picLocks noChangeAspect="1"/>
          </p:cNvPicPr>
          <p:nvPr>
            <p:ph idx="107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5355126" y="1472184"/>
            <a:ext cx="536867" cy="704088"/>
          </a:xfrm>
          <a:prstGeom prst="rect">
            <a:avLst/>
          </a:prstGeom>
        </p:spPr>
      </p:pic>
      <p:sp>
        <p:nvSpPr>
          <p:cNvPr id="9" name="Text 0"/>
          <p:cNvSpPr txBox="1"/>
          <p:nvPr>
            <p:ph idx="108" type="body" hasCustomPrompt="1"/>
          </p:nvPr>
        </p:nvSpPr>
        <p:spPr>
          <a:xfrm>
            <a:off x="4773168" y="24140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TGV Entringen</a:t>
            </a:r>
            <a:endParaRPr lang="en-US" sz="1100" dirty="0"/>
          </a:p>
        </p:txBody>
      </p:sp>
      <p:pic>
        <p:nvPicPr>
          <p:cNvPr id="10" name="Image 3" descr="/var/folders/hm/sgq6d80d0vq133k7n8dc9bnw0000gn/T/maiershirts-NEMdy2/ref-vereine-0-3.pn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7374636" y="1472184"/>
            <a:ext cx="704088" cy="704088"/>
          </a:xfrm>
          <a:prstGeom prst="rect">
            <a:avLst/>
          </a:prstGeom>
        </p:spPr>
      </p:pic>
      <p:sp>
        <p:nvSpPr>
          <p:cNvPr id="11" name="Text 0"/>
          <p:cNvSpPr txBox="1"/>
          <p:nvPr>
            <p:ph idx="110" type="body" hasCustomPrompt="1"/>
          </p:nvPr>
        </p:nvSpPr>
        <p:spPr>
          <a:xfrm>
            <a:off x="6876288" y="24140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Hooriger Hund Sulzbach</a:t>
            </a:r>
            <a:endParaRPr lang="en-US" sz="1100" dirty="0"/>
          </a:p>
        </p:txBody>
      </p:sp>
      <p:pic>
        <p:nvPicPr>
          <p:cNvPr id="12" name="Image 4" descr="/var/folders/hm/sgq6d80d0vq133k7n8dc9bnw0000gn/T/maiershirts-NEMdy2/ref-vereine-0-4.png">    </p:cNvPr>
          <p:cNvPicPr>
            <a:picLocks noChangeAspect="1"/>
          </p:cNvPicPr>
          <p:nvPr>
            <p:ph idx="111" type="pic" hasCustomPrompt="1"/>
          </p:nvPr>
        </p:nvPicPr>
        <p:blipFill>
          <a:blip r:embed="rId5"/>
          <a:stretch>
            <a:fillRect/>
          </a:stretch>
        </p:blipFill>
        <p:spPr>
          <a:xfrm>
            <a:off x="1054444" y="3072384"/>
            <a:ext cx="725752" cy="704088"/>
          </a:xfrm>
          <a:prstGeom prst="rect">
            <a:avLst/>
          </a:prstGeom>
        </p:spPr>
      </p:pic>
      <p:sp>
        <p:nvSpPr>
          <p:cNvPr id="13" name="Text 0"/>
          <p:cNvSpPr txBox="1"/>
          <p:nvPr>
            <p:ph idx="112" type="body" hasCustomPrompt="1"/>
          </p:nvPr>
        </p:nvSpPr>
        <p:spPr>
          <a:xfrm>
            <a:off x="566928" y="40142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Sportfreunde Dußlingen</a:t>
            </a:r>
            <a:endParaRPr lang="en-US" sz="1100" dirty="0"/>
          </a:p>
        </p:txBody>
      </p:sp>
      <p:pic>
        <p:nvPicPr>
          <p:cNvPr id="14" name="Image 5" descr="/var/folders/hm/sgq6d80d0vq133k7n8dc9bnw0000gn/T/maiershirts-NEMdy2/ref-vereine-0-5.png">    </p:cNvPr>
          <p:cNvPicPr>
            <a:picLocks noChangeAspect="1"/>
          </p:cNvPicPr>
          <p:nvPr>
            <p:ph idx="113" type="pic" hasCustomPrompt="1"/>
          </p:nvPr>
        </p:nvPicPr>
        <p:blipFill>
          <a:blip r:embed="rId6"/>
          <a:stretch>
            <a:fillRect/>
          </a:stretch>
        </p:blipFill>
        <p:spPr>
          <a:xfrm>
            <a:off x="3168396" y="3072384"/>
            <a:ext cx="704088" cy="704088"/>
          </a:xfrm>
          <a:prstGeom prst="rect">
            <a:avLst/>
          </a:prstGeom>
        </p:spPr>
      </p:pic>
      <p:sp>
        <p:nvSpPr>
          <p:cNvPr id="15" name="Text 0"/>
          <p:cNvSpPr txBox="1"/>
          <p:nvPr>
            <p:ph idx="114" type="body" hasCustomPrompt="1"/>
          </p:nvPr>
        </p:nvSpPr>
        <p:spPr>
          <a:xfrm>
            <a:off x="2670048" y="40142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 Germania Bietigheim</a:t>
            </a:r>
            <a:endParaRPr lang="en-US" sz="1100" dirty="0"/>
          </a:p>
        </p:txBody>
      </p:sp>
      <p:pic>
        <p:nvPicPr>
          <p:cNvPr id="16" name="Image 6" descr="/var/folders/hm/sgq6d80d0vq133k7n8dc9bnw0000gn/T/maiershirts-NEMdy2/ref-vereine-0-6.png">    </p:cNvPr>
          <p:cNvPicPr>
            <a:picLocks noChangeAspect="1"/>
          </p:cNvPicPr>
          <p:nvPr>
            <p:ph idx="115" type="pic" hasCustomPrompt="1"/>
          </p:nvPr>
        </p:nvPicPr>
        <p:blipFill>
          <a:blip r:embed="rId7"/>
          <a:stretch>
            <a:fillRect/>
          </a:stretch>
        </p:blipFill>
        <p:spPr>
          <a:xfrm>
            <a:off x="5269992" y="3072384"/>
            <a:ext cx="707136" cy="704088"/>
          </a:xfrm>
          <a:prstGeom prst="rect">
            <a:avLst/>
          </a:prstGeom>
        </p:spPr>
      </p:pic>
      <p:sp>
        <p:nvSpPr>
          <p:cNvPr id="17" name="Text 0"/>
          <p:cNvSpPr txBox="1"/>
          <p:nvPr>
            <p:ph idx="116" type="body" hasCustomPrompt="1"/>
          </p:nvPr>
        </p:nvSpPr>
        <p:spPr>
          <a:xfrm>
            <a:off x="4773168" y="40142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 Mühlacker</a:t>
            </a:r>
            <a:endParaRPr lang="en-US" sz="1100" dirty="0"/>
          </a:p>
        </p:txBody>
      </p:sp>
      <p:pic>
        <p:nvPicPr>
          <p:cNvPr id="18" name="Image 7" descr="/var/folders/hm/sgq6d80d0vq133k7n8dc9bnw0000gn/T/maiershirts-NEMdy2/ref-vereine-0-7.png">    </p:cNvPr>
          <p:cNvPicPr>
            <a:picLocks noChangeAspect="1"/>
          </p:cNvPicPr>
          <p:nvPr>
            <p:ph idx="117" type="pic" hasCustomPrompt="1"/>
          </p:nvPr>
        </p:nvPicPr>
        <p:blipFill>
          <a:blip r:embed="rId8"/>
          <a:stretch>
            <a:fillRect/>
          </a:stretch>
        </p:blipFill>
        <p:spPr>
          <a:xfrm>
            <a:off x="7004304" y="3089861"/>
            <a:ext cx="1444752" cy="669133"/>
          </a:xfrm>
          <a:prstGeom prst="rect">
            <a:avLst/>
          </a:prstGeom>
        </p:spPr>
      </p:pic>
      <p:sp>
        <p:nvSpPr>
          <p:cNvPr id="19" name="Text 0"/>
          <p:cNvSpPr txBox="1"/>
          <p:nvPr>
            <p:ph idx="118" type="body" hasCustomPrompt="1"/>
          </p:nvPr>
        </p:nvSpPr>
        <p:spPr>
          <a:xfrm>
            <a:off x="6876288" y="40142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Tennisclub Wurmlingen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body" hasCustomPrompt="1"/>
          </p:nvPr>
        </p:nvSpPr>
        <p:spPr>
          <a:xfrm>
            <a:off x="54864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819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idx="102" type="title" hasCustomPrompt="1"/>
          </p:nvPr>
        </p:nvSpPr>
        <p:spPr>
          <a:xfrm>
            <a:off x="548640" y="2286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Für Unternehmen</a:t>
            </a:r>
            <a:endParaRPr lang="en-US" sz="3600" dirty="0"/>
          </a:p>
        </p:txBody>
      </p:sp>
      <p:sp>
        <p:nvSpPr>
          <p:cNvPr id="4" name="Text 0"/>
          <p:cNvSpPr txBox="1"/>
          <p:nvPr>
            <p:ph idx="103" type="body" hasCustomPrompt="1"/>
          </p:nvPr>
        </p:nvSpPr>
        <p:spPr>
          <a:xfrm>
            <a:off x="54864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Workwear, Teamkleidung und Werbetextilien mit Ihrem Logo. Waschbeständig, nachbestellbar, aus einer Hand.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Projekte für Unternehmen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Workwear und Teamkleidung: Beispiele aus der Werkstatt.</a:t>
            </a:r>
            <a:endParaRPr lang="en-US" sz="1200" dirty="0"/>
          </a:p>
        </p:txBody>
      </p:sp>
      <p:pic>
        <p:nvPicPr>
          <p:cNvPr id="4" name="Image 0" descr="/var/folders/hm/sgq6d80d0vq133k7n8dc9bnw0000gn/T/maiershirts-NEMdy2/foto-projekt-2-440x350.jp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1234440"/>
            <a:ext cx="4023360" cy="32004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594360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ROX Herrenberg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5" type="body" hasCustomPrompt="1"/>
          </p:nvPr>
        </p:nvSpPr>
        <p:spPr>
          <a:xfrm>
            <a:off x="594360" y="41422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Kletterer-Motiv im Vollfarbdruck</a:t>
            </a:r>
            <a:endParaRPr lang="en-US" sz="1000" dirty="0"/>
          </a:p>
        </p:txBody>
      </p:sp>
      <p:pic>
        <p:nvPicPr>
          <p:cNvPr id="7" name="Image 1" descr="/var/folders/hm/sgq6d80d0vq133k7n8dc9bnw0000gn/T/maiershirts-NEMdy2/foto-projekt-6-215x165.jpg">    </p:cNvPr>
          <p:cNvPicPr>
            <a:picLocks noChangeAspect="1"/>
          </p:cNvPicPr>
          <p:nvPr>
            <p:ph idx="106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4663440" y="1234440"/>
            <a:ext cx="1965960" cy="1508760"/>
          </a:xfrm>
          <a:prstGeom prst="rect">
            <a:avLst/>
          </a:prstGeom>
        </p:spPr>
      </p:pic>
      <p:sp>
        <p:nvSpPr>
          <p:cNvPr id="8" name="Text 0"/>
          <p:cNvSpPr txBox="1"/>
          <p:nvPr>
            <p:ph idx="107" type="body" hasCustomPrompt="1"/>
          </p:nvPr>
        </p:nvSpPr>
        <p:spPr>
          <a:xfrm>
            <a:off x="480060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Broghammer</a:t>
            </a:r>
            <a:endParaRPr lang="en-US" sz="1300" dirty="0"/>
          </a:p>
        </p:txBody>
      </p:sp>
      <p:sp>
        <p:nvSpPr>
          <p:cNvPr id="9" name="Text 0"/>
          <p:cNvSpPr txBox="1"/>
          <p:nvPr>
            <p:ph idx="108" type="body" hasCustomPrompt="1"/>
          </p:nvPr>
        </p:nvSpPr>
        <p:spPr>
          <a:xfrm>
            <a:off x="4800600" y="25054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Workwear-Shirts</a:t>
            </a:r>
            <a:endParaRPr lang="en-US" sz="1000" dirty="0"/>
          </a:p>
        </p:txBody>
      </p:sp>
      <p:pic>
        <p:nvPicPr>
          <p:cNvPr id="10" name="Image 2" descr="/var/folders/hm/sgq6d80d0vq133k7n8dc9bnw0000gn/T/maiershirts-NEMdy2/foto-projekt-5-205x165.jp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6812280" y="1234440"/>
            <a:ext cx="1874520" cy="1508760"/>
          </a:xfrm>
          <a:prstGeom prst="rect">
            <a:avLst/>
          </a:prstGeom>
        </p:spPr>
      </p:pic>
      <p:sp>
        <p:nvSpPr>
          <p:cNvPr id="11" name="Text 0"/>
          <p:cNvSpPr txBox="1"/>
          <p:nvPr>
            <p:ph idx="110" type="body" hasCustomPrompt="1"/>
          </p:nvPr>
        </p:nvSpPr>
        <p:spPr>
          <a:xfrm>
            <a:off x="694944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Emin Isic Montagebau</a:t>
            </a:r>
            <a:endParaRPr lang="en-US" sz="1300" dirty="0"/>
          </a:p>
        </p:txBody>
      </p:sp>
      <p:sp>
        <p:nvSpPr>
          <p:cNvPr id="12" name="Text 0"/>
          <p:cNvSpPr txBox="1"/>
          <p:nvPr>
            <p:ph idx="111" type="body" hasCustomPrompt="1"/>
          </p:nvPr>
        </p:nvSpPr>
        <p:spPr>
          <a:xfrm>
            <a:off x="6949440" y="25054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Polos mit Firmenlogo</a:t>
            </a:r>
            <a:endParaRPr lang="en-US" sz="1000" dirty="0"/>
          </a:p>
        </p:txBody>
      </p:sp>
      <p:pic>
        <p:nvPicPr>
          <p:cNvPr id="13" name="Image 3" descr="/var/folders/hm/sgq6d80d0vq133k7n8dc9bnw0000gn/T/maiershirts-NEMdy2/foto-isic-kollektion-440x165.jpg">    </p:cNvPr>
          <p:cNvPicPr>
            <a:picLocks noChangeAspect="1"/>
          </p:cNvPicPr>
          <p:nvPr>
            <p:ph idx="112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4663440" y="2926080"/>
            <a:ext cx="4023360" cy="1508760"/>
          </a:xfrm>
          <a:prstGeom prst="rect">
            <a:avLst/>
          </a:prstGeom>
        </p:spPr>
      </p:pic>
      <p:sp>
        <p:nvSpPr>
          <p:cNvPr id="14" name="Text 0"/>
          <p:cNvSpPr txBox="1"/>
          <p:nvPr>
            <p:ph idx="113" type="body" hasCustomPrompt="1"/>
          </p:nvPr>
        </p:nvSpPr>
        <p:spPr>
          <a:xfrm>
            <a:off x="480060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Emin Isic Montagebau</a:t>
            </a:r>
            <a:endParaRPr lang="en-US" sz="1300" dirty="0"/>
          </a:p>
        </p:txBody>
      </p:sp>
      <p:sp>
        <p:nvSpPr>
          <p:cNvPr id="15" name="Text 0"/>
          <p:cNvSpPr txBox="1"/>
          <p:nvPr>
            <p:ph idx="114" type="body" hasCustomPrompt="1"/>
          </p:nvPr>
        </p:nvSpPr>
        <p:spPr>
          <a:xfrm>
            <a:off x="4800600" y="4197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Polo, Zip-Sweatshirt und Shirt für das ganze Team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 Detail: Emin Isic Montagebau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Montagebetrieb, Tübingen · Arbeitskleidung für das ganze Team</a:t>
            </a:r>
            <a:endParaRPr lang="en-US" sz="1200" dirty="0"/>
          </a:p>
        </p:txBody>
      </p:sp>
      <p:sp>
        <p:nvSpPr>
          <p:cNvPr id="4" name="Text 0"/>
          <p:cNvSpPr txBox="1"/>
          <p:nvPr>
            <p:ph idx="103" type="body" hasCustomPrompt="1"/>
          </p:nvPr>
        </p:nvSpPr>
        <p:spPr>
          <a:xfrm>
            <a:off x="457200" y="12344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Aufgabe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Einheitliche Arbeitskleidung vom Polo bis zum Sweatshirt, mit Firmenlogo auf der Brust und Handwerker-Motiv auf dem Rücken.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Umsetzung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Polo-Shirts und Zip-Sweatshirts in Weiß, Logo auf Brust und Ärmel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T-Shirts in Weiß und Rot mit Rückenmotiv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Einfarbiger Druck, waschbeständig für den Baustellenalltag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Artikel sind im System hinterlegt, Nachbestellung jederzeit möglich</a:t>
            </a:r>
            <a:endParaRPr lang="en-US" sz="1600" dirty="0"/>
          </a:p>
        </p:txBody>
      </p:sp>
      <p:pic>
        <p:nvPicPr>
          <p:cNvPr id="5" name="Image 0" descr="/var/folders/hm/sgq6d80d0vq133k7n8dc9bnw0000gn/T/maiershirts-NEMdy2/foto-isic-kollektion-550x200.jpg">    </p:cNvPr>
          <p:cNvPicPr>
            <a:picLocks noChangeAspect="1"/>
          </p:cNvPicPr>
          <p:nvPr>
            <p:ph idx="104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3657600" y="1234440"/>
            <a:ext cx="5029200" cy="1828800"/>
          </a:xfrm>
          <a:prstGeom prst="rect">
            <a:avLst/>
          </a:prstGeom>
        </p:spPr>
      </p:pic>
      <p:pic>
        <p:nvPicPr>
          <p:cNvPr id="6" name="Image 1" descr="/var/folders/hm/sgq6d80d0vq133k7n8dc9bnw0000gn/T/maiershirts-NEMdy2/foto-isic-polo-173x130.jpg">    </p:cNvPr>
          <p:cNvPicPr>
            <a:picLocks noChangeAspect="1"/>
          </p:cNvPicPr>
          <p:nvPr>
            <p:ph idx="105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3657600" y="3200400"/>
            <a:ext cx="1581912" cy="1188720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idx="106" type="body" hasCustomPrompt="1"/>
          </p:nvPr>
        </p:nvSpPr>
        <p:spPr>
          <a:xfrm>
            <a:off x="3657600" y="441655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Polo, Brust und Ärmel</a:t>
            </a:r>
            <a:endParaRPr lang="en-US" sz="1000" dirty="0"/>
          </a:p>
        </p:txBody>
      </p:sp>
      <p:pic>
        <p:nvPicPr>
          <p:cNvPr id="8" name="Image 2" descr="/var/folders/hm/sgq6d80d0vq133k7n8dc9bnw0000gn/T/maiershirts-NEMdy2/foto-isic-zip-173x130.jpg">    </p:cNvPr>
          <p:cNvPicPr>
            <a:picLocks noChangeAspect="1"/>
          </p:cNvPicPr>
          <p:nvPr>
            <p:ph idx="107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5381244" y="3200400"/>
            <a:ext cx="1581912" cy="1188720"/>
          </a:xfrm>
          <a:prstGeom prst="rect">
            <a:avLst/>
          </a:prstGeom>
        </p:spPr>
      </p:pic>
      <p:sp>
        <p:nvSpPr>
          <p:cNvPr id="9" name="Text 0"/>
          <p:cNvSpPr txBox="1"/>
          <p:nvPr>
            <p:ph idx="108" type="body" hasCustomPrompt="1"/>
          </p:nvPr>
        </p:nvSpPr>
        <p:spPr>
          <a:xfrm>
            <a:off x="5381244" y="441655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Zip-Sweatshirt, Ärmel</a:t>
            </a:r>
            <a:endParaRPr lang="en-US" sz="1000" dirty="0"/>
          </a:p>
        </p:txBody>
      </p:sp>
      <p:pic>
        <p:nvPicPr>
          <p:cNvPr id="10" name="Image 3" descr="/var/folders/hm/sgq6d80d0vq133k7n8dc9bnw0000gn/T/maiershirts-NEMdy2/foto-isic-shirt-173x130.jp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7104888" y="3200400"/>
            <a:ext cx="1581912" cy="1188720"/>
          </a:xfrm>
          <a:prstGeom prst="rect">
            <a:avLst/>
          </a:prstGeom>
        </p:spPr>
      </p:pic>
      <p:sp>
        <p:nvSpPr>
          <p:cNvPr id="11" name="Text 0"/>
          <p:cNvSpPr txBox="1"/>
          <p:nvPr>
            <p:ph idx="110" type="body" hasCustomPrompt="1"/>
          </p:nvPr>
        </p:nvSpPr>
        <p:spPr>
          <a:xfrm>
            <a:off x="7104888" y="441655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T-Shirt, Rückenmotiv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45720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Unternehmen, die auf uns setzen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457200" y="914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Auswahl. Viele weitere Unternehmen und Teams aus der Region lassen bei uns veredeln.</a:t>
            </a:r>
            <a:endParaRPr lang="en-US" sz="1200" dirty="0"/>
          </a:p>
        </p:txBody>
      </p:sp>
      <p:pic>
        <p:nvPicPr>
          <p:cNvPr id="4" name="Image 0" descr="/var/folders/hm/sgq6d80d0vq133k7n8dc9bnw0000gn/T/maiershirts-NEMdy2/ref-unternehmen-0-0.pn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988244" y="1472184"/>
            <a:ext cx="858152" cy="237744"/>
          </a:xfrm>
          <a:prstGeom prst="rect">
            <a:avLst/>
          </a:prstGeom>
        </p:spPr>
      </p:pic>
      <p:pic>
        <p:nvPicPr>
          <p:cNvPr id="5" name="Image 1" descr="/var/folders/hm/sgq6d80d0vq133k7n8dc9bnw0000gn/T/maiershirts-NEMdy2/ref-unternehmen-0-1.png">    </p:cNvPr>
          <p:cNvPicPr>
            <a:picLocks noChangeAspect="1"/>
          </p:cNvPicPr>
          <p:nvPr>
            <p:ph idx="104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2798064" y="1481605"/>
            <a:ext cx="1444752" cy="218902"/>
          </a:xfrm>
          <a:prstGeom prst="rect">
            <a:avLst/>
          </a:prstGeom>
        </p:spPr>
      </p:pic>
      <p:pic>
        <p:nvPicPr>
          <p:cNvPr id="6" name="Image 2" descr="/var/folders/hm/sgq6d80d0vq133k7n8dc9bnw0000gn/T/maiershirts-NEMdy2/ref-unternehmen-0-2.png">    </p:cNvPr>
          <p:cNvPicPr>
            <a:picLocks noChangeAspect="1"/>
          </p:cNvPicPr>
          <p:nvPr>
            <p:ph idx="105" type="pic" hasCustomPrompt="1"/>
          </p:nvPr>
        </p:nvPicPr>
        <p:blipFill>
          <a:blip r:embed="rId3"/>
          <a:stretch>
            <a:fillRect/>
          </a:stretch>
        </p:blipFill>
        <p:spPr>
          <a:xfrm>
            <a:off x="5073777" y="1472184"/>
            <a:ext cx="1099566" cy="237744"/>
          </a:xfrm>
          <a:prstGeom prst="rect">
            <a:avLst/>
          </a:prstGeom>
        </p:spPr>
      </p:pic>
      <p:pic>
        <p:nvPicPr>
          <p:cNvPr id="7" name="Image 3" descr="/var/folders/hm/sgq6d80d0vq133k7n8dc9bnw0000gn/T/maiershirts-NEMdy2/ref-unternehmen-0-3.png">    </p:cNvPr>
          <p:cNvPicPr>
            <a:picLocks noChangeAspect="1"/>
          </p:cNvPicPr>
          <p:nvPr>
            <p:ph idx="106" type="pic" hasCustomPrompt="1"/>
          </p:nvPr>
        </p:nvPicPr>
        <p:blipFill>
          <a:blip r:embed="rId4"/>
          <a:stretch>
            <a:fillRect/>
          </a:stretch>
        </p:blipFill>
        <p:spPr>
          <a:xfrm>
            <a:off x="7433462" y="1472184"/>
            <a:ext cx="586435" cy="237744"/>
          </a:xfrm>
          <a:prstGeom prst="rect">
            <a:avLst/>
          </a:prstGeom>
        </p:spPr>
      </p:pic>
      <p:pic>
        <p:nvPicPr>
          <p:cNvPr id="8" name="Image 4" descr="/var/folders/hm/sgq6d80d0vq133k7n8dc9bnw0000gn/T/maiershirts-NEMdy2/ref-unternehmen-0-4.png">    </p:cNvPr>
          <p:cNvPicPr>
            <a:picLocks noChangeAspect="1"/>
          </p:cNvPicPr>
          <p:nvPr>
            <p:ph idx="107" type="pic" hasCustomPrompt="1"/>
          </p:nvPr>
        </p:nvPicPr>
        <p:blipFill>
          <a:blip r:embed="rId5"/>
          <a:stretch>
            <a:fillRect/>
          </a:stretch>
        </p:blipFill>
        <p:spPr>
          <a:xfrm>
            <a:off x="1243863" y="2258568"/>
            <a:ext cx="346914" cy="237744"/>
          </a:xfrm>
          <a:prstGeom prst="rect">
            <a:avLst/>
          </a:prstGeom>
        </p:spPr>
      </p:pic>
      <p:pic>
        <p:nvPicPr>
          <p:cNvPr id="9" name="Image 5" descr="/var/folders/hm/sgq6d80d0vq133k7n8dc9bnw0000gn/T/maiershirts-NEMdy2/ref-unternehmen-0-5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6"/>
          <a:stretch>
            <a:fillRect/>
          </a:stretch>
        </p:blipFill>
        <p:spPr>
          <a:xfrm>
            <a:off x="3170428" y="2258568"/>
            <a:ext cx="700024" cy="237744"/>
          </a:xfrm>
          <a:prstGeom prst="rect">
            <a:avLst/>
          </a:prstGeom>
        </p:spPr>
      </p:pic>
      <p:pic>
        <p:nvPicPr>
          <p:cNvPr id="10" name="Image 6" descr="/var/folders/hm/sgq6d80d0vq133k7n8dc9bnw0000gn/T/maiershirts-NEMdy2/ref-unternehmen-0-6.pn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7"/>
          <a:stretch>
            <a:fillRect/>
          </a:stretch>
        </p:blipFill>
        <p:spPr>
          <a:xfrm>
            <a:off x="5482216" y="2258568"/>
            <a:ext cx="282688" cy="237744"/>
          </a:xfrm>
          <a:prstGeom prst="rect">
            <a:avLst/>
          </a:prstGeom>
        </p:spPr>
      </p:pic>
      <p:pic>
        <p:nvPicPr>
          <p:cNvPr id="11" name="Image 7" descr="/var/folders/hm/sgq6d80d0vq133k7n8dc9bnw0000gn/T/maiershirts-NEMdy2/ref-unternehmen-0-7.png">    </p:cNvPr>
          <p:cNvPicPr>
            <a:picLocks noChangeAspect="1"/>
          </p:cNvPicPr>
          <p:nvPr>
            <p:ph idx="110" type="pic" hasCustomPrompt="1"/>
          </p:nvPr>
        </p:nvPicPr>
        <p:blipFill>
          <a:blip r:embed="rId8"/>
          <a:stretch>
            <a:fillRect/>
          </a:stretch>
        </p:blipFill>
        <p:spPr>
          <a:xfrm>
            <a:off x="7460046" y="2258568"/>
            <a:ext cx="533269" cy="237744"/>
          </a:xfrm>
          <a:prstGeom prst="rect">
            <a:avLst/>
          </a:prstGeom>
        </p:spPr>
      </p:pic>
      <p:pic>
        <p:nvPicPr>
          <p:cNvPr id="12" name="Image 8" descr="/var/folders/hm/sgq6d80d0vq133k7n8dc9bnw0000gn/T/maiershirts-NEMdy2/ref-unternehmen-0-8.png">    </p:cNvPr>
          <p:cNvPicPr>
            <a:picLocks noChangeAspect="1"/>
          </p:cNvPicPr>
          <p:nvPr>
            <p:ph idx="111" type="pic" hasCustomPrompt="1"/>
          </p:nvPr>
        </p:nvPicPr>
        <p:blipFill>
          <a:blip r:embed="rId9"/>
          <a:stretch>
            <a:fillRect/>
          </a:stretch>
        </p:blipFill>
        <p:spPr>
          <a:xfrm>
            <a:off x="1181557" y="3044952"/>
            <a:ext cx="471526" cy="237744"/>
          </a:xfrm>
          <a:prstGeom prst="rect">
            <a:avLst/>
          </a:prstGeom>
        </p:spPr>
      </p:pic>
      <p:pic>
        <p:nvPicPr>
          <p:cNvPr id="13" name="Image 9" descr="/var/folders/hm/sgq6d80d0vq133k7n8dc9bnw0000gn/T/maiershirts-NEMdy2/ref-unternehmen-0-9.png">    </p:cNvPr>
          <p:cNvPicPr>
            <a:picLocks noChangeAspect="1"/>
          </p:cNvPicPr>
          <p:nvPr>
            <p:ph idx="112" type="pic" hasCustomPrompt="1"/>
          </p:nvPr>
        </p:nvPicPr>
        <p:blipFill>
          <a:blip r:embed="rId10"/>
          <a:stretch>
            <a:fillRect/>
          </a:stretch>
        </p:blipFill>
        <p:spPr>
          <a:xfrm>
            <a:off x="3343066" y="3044952"/>
            <a:ext cx="354749" cy="237744"/>
          </a:xfrm>
          <a:prstGeom prst="rect">
            <a:avLst/>
          </a:prstGeom>
        </p:spPr>
      </p:pic>
      <p:pic>
        <p:nvPicPr>
          <p:cNvPr id="14" name="Image 10" descr="/var/folders/hm/sgq6d80d0vq133k7n8dc9bnw0000gn/T/maiershirts-NEMdy2/ref-unternehmen-0-10.png">    </p:cNvPr>
          <p:cNvPicPr>
            <a:picLocks noChangeAspect="1"/>
          </p:cNvPicPr>
          <p:nvPr>
            <p:ph idx="113" type="pic" hasCustomPrompt="1"/>
          </p:nvPr>
        </p:nvPicPr>
        <p:blipFill>
          <a:blip r:embed="rId11"/>
          <a:stretch>
            <a:fillRect/>
          </a:stretch>
        </p:blipFill>
        <p:spPr>
          <a:xfrm>
            <a:off x="5504261" y="3044952"/>
            <a:ext cx="238598" cy="237744"/>
          </a:xfrm>
          <a:prstGeom prst="rect">
            <a:avLst/>
          </a:prstGeom>
        </p:spPr>
      </p:pic>
      <p:pic>
        <p:nvPicPr>
          <p:cNvPr id="15" name="Image 11" descr="/var/folders/hm/sgq6d80d0vq133k7n8dc9bnw0000gn/T/maiershirts-NEMdy2/ref-unternehmen-0-11.png">    </p:cNvPr>
          <p:cNvPicPr>
            <a:picLocks noChangeAspect="1"/>
          </p:cNvPicPr>
          <p:nvPr>
            <p:ph idx="114" type="pic" hasCustomPrompt="1"/>
          </p:nvPr>
        </p:nvPicPr>
        <p:blipFill>
          <a:blip r:embed="rId12"/>
          <a:stretch>
            <a:fillRect/>
          </a:stretch>
        </p:blipFill>
        <p:spPr>
          <a:xfrm>
            <a:off x="7142886" y="3044952"/>
            <a:ext cx="1167587" cy="237744"/>
          </a:xfrm>
          <a:prstGeom prst="rect">
            <a:avLst/>
          </a:prstGeom>
        </p:spPr>
      </p:pic>
      <p:pic>
        <p:nvPicPr>
          <p:cNvPr id="16" name="Image 12" descr="/var/folders/hm/sgq6d80d0vq133k7n8dc9bnw0000gn/T/maiershirts-NEMdy2/ref-unternehmen-0-12.png">    </p:cNvPr>
          <p:cNvPicPr>
            <a:picLocks noChangeAspect="1"/>
          </p:cNvPicPr>
          <p:nvPr>
            <p:ph idx="115" type="pic" hasCustomPrompt="1"/>
          </p:nvPr>
        </p:nvPicPr>
        <p:blipFill>
          <a:blip r:embed="rId13"/>
          <a:stretch>
            <a:fillRect/>
          </a:stretch>
        </p:blipFill>
        <p:spPr>
          <a:xfrm>
            <a:off x="1285606" y="3831336"/>
            <a:ext cx="263428" cy="237744"/>
          </a:xfrm>
          <a:prstGeom prst="rect">
            <a:avLst/>
          </a:prstGeom>
        </p:spPr>
      </p:pic>
      <p:pic>
        <p:nvPicPr>
          <p:cNvPr id="17" name="Image 13" descr="/var/folders/hm/sgq6d80d0vq133k7n8dc9bnw0000gn/T/maiershirts-NEMdy2/ref-unternehmen-0-13.png">    </p:cNvPr>
          <p:cNvPicPr>
            <a:picLocks noChangeAspect="1"/>
          </p:cNvPicPr>
          <p:nvPr>
            <p:ph idx="116" type="pic" hasCustomPrompt="1"/>
          </p:nvPr>
        </p:nvPicPr>
        <p:blipFill>
          <a:blip r:embed="rId14"/>
          <a:stretch>
            <a:fillRect/>
          </a:stretch>
        </p:blipFill>
        <p:spPr>
          <a:xfrm>
            <a:off x="3204747" y="3831336"/>
            <a:ext cx="631386" cy="237744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17" hasCustomPrompt="1"/>
          </p:nvPr>
        </p:nvSpPr>
        <p:spPr>
          <a:xfrm>
            <a:off x="4773168" y="3703320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0"/>
          <p:cNvSpPr/>
          <p:nvPr>
            <p:ph idx="118" hasCustomPrompt="1"/>
          </p:nvPr>
        </p:nvSpPr>
        <p:spPr>
          <a:xfrm>
            <a:off x="6876288" y="3703320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0F0F0F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title" hasCustomPrompt="1"/>
          </p:nvPr>
        </p:nvSpPr>
        <p:spPr>
          <a:xfrm>
            <a:off x="548640" y="1371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nächste Schritt</a:t>
            </a:r>
            <a:endParaRPr lang="en-US" sz="3200" dirty="0"/>
          </a:p>
        </p:txBody>
      </p:sp>
      <p:sp>
        <p:nvSpPr>
          <p:cNvPr id="3" name="Text 0"/>
          <p:cNvSpPr txBox="1"/>
          <p:nvPr>
            <p:ph idx="102" type="body" hasCustomPrompt="1"/>
          </p:nvPr>
        </p:nvSpPr>
        <p:spPr>
          <a:xfrm>
            <a:off x="54864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 und Wunschtextil schicken, wir melden uns innerhalb von 48 Stunden mit Angebot und Mockup.</a:t>
            </a:r>
            <a:endParaRPr lang="en-US" sz="1600" dirty="0"/>
          </a:p>
        </p:txBody>
      </p:sp>
      <p:pic>
        <p:nvPicPr>
          <p:cNvPr id="4" name="Image 0" descr="/var/folders/hm/sgq6d80d0vq133k7n8dc9bnw0000gn/T/maiershirts-NEMdy2/ph-portrait-252x252.png">    </p:cNvPr>
          <p:cNvPicPr>
            <a:picLocks noChangeAspect="1"/>
          </p:cNvPicPr>
          <p:nvPr>
            <p:ph idx="103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3154680"/>
            <a:ext cx="960120" cy="96012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idx="104" type="body" hasCustomPrompt="1"/>
          </p:nvPr>
        </p:nvSpPr>
        <p:spPr>
          <a:xfrm>
            <a:off x="1691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Stefan Maier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5" type="body" hasCustomPrompt="1"/>
          </p:nvPr>
        </p:nvSpPr>
        <p:spPr>
          <a:xfrm>
            <a:off x="1691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Inhaber</a:t>
            </a:r>
            <a:endParaRPr lang="en-US" sz="1200" dirty="0"/>
          </a:p>
        </p:txBody>
      </p:sp>
      <p:sp>
        <p:nvSpPr>
          <p:cNvPr id="7" name="Text 0"/>
          <p:cNvSpPr txBox="1"/>
          <p:nvPr>
            <p:ph idx="106" type="body" hasCustomPrompt="1"/>
          </p:nvPr>
        </p:nvSpPr>
        <p:spPr>
          <a:xfrm>
            <a:off x="169164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+49 171 9005694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office@maiershirts.de</a:t>
            </a:r>
            <a:endParaRPr lang="en-US" sz="1200" dirty="0"/>
          </a:p>
        </p:txBody>
      </p:sp>
      <p:sp>
        <p:nvSpPr>
          <p:cNvPr id="8" name="Text 1"/>
          <p:cNvSpPr txBox="1"/>
          <p:nvPr>
            <p:ph idx="108" type="body" hasCustomPrompt="1"/>
          </p:nvPr>
        </p:nvSpPr>
        <p:spPr>
          <a:xfrm>
            <a:off x="5897880" y="18288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Anfrage per Mail oder Telefon, Angebot innerhalb von 48 Stunden. Für Vereine: Termin zur Kollektionsplanung, danach geht der Shop online.</a:t>
            </a:r>
            <a:endParaRPr lang="en-US" sz="1400" dirty="0"/>
          </a:p>
        </p:txBody>
      </p:sp>
      <p:pic>
        <p:nvPicPr>
          <p:cNvPr id="9" name="Image 1" descr="/var/folders/hm/sgq6d80d0vq133k7n8dc9bnw0000gn/T/maiershirts-NEMdy2/ph-qr-240x240.pn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5897880" y="3200400"/>
            <a:ext cx="914400" cy="914400"/>
          </a:xfrm>
          <a:prstGeom prst="rect">
            <a:avLst/>
          </a:prstGeom>
        </p:spPr>
      </p:pic>
      <p:sp>
        <p:nvSpPr>
          <p:cNvPr id="10" name="Text 1"/>
          <p:cNvSpPr txBox="1"/>
          <p:nvPr>
            <p:ph idx="110" type="body" hasCustomPrompt="1"/>
          </p:nvPr>
        </p:nvSpPr>
        <p:spPr>
          <a:xfrm>
            <a:off x="6949440" y="32004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Anfrage online: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0F0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maiershirts.de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iershirts">
      <a:dk1>
        <a:srgbClr val="0F0F0F"/>
      </a:dk1>
      <a:lt1>
        <a:srgbClr val="FFFFFF"/>
      </a:lt1>
      <a:dk2>
        <a:srgbClr val="677E5B"/>
      </a:dk2>
      <a:lt2>
        <a:srgbClr val="E8DFD0"/>
      </a:lt2>
      <a:accent1>
        <a:srgbClr val="819E72"/>
      </a:accent1>
      <a:accent2>
        <a:srgbClr val="A3C095"/>
      </a:accent2>
      <a:accent3>
        <a:srgbClr val="677E5B"/>
      </a:accent3>
      <a:accent4>
        <a:srgbClr val="D9D2C5"/>
      </a:accent4>
      <a:accent5>
        <a:srgbClr val="FAF7F2"/>
      </a:accent5>
      <a:accent6>
        <a:srgbClr val="0F0F0F"/>
      </a:accent6>
      <a:hlink>
        <a:srgbClr val="677E5B"/>
      </a:hlink>
      <a:folHlink>
        <a:srgbClr val="819E72"/>
      </a:folHlink>
    </a:clrScheme>
    <a:fontScheme name="Maiershirt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Maiershirts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Maiershirts – Präsentationsmaster</dc:title>
  <dc:subject>PptxGenJS Presentation</dc:subject>
  <dc:creator>Maiershirts</dc:creator>
  <cp:lastModifiedBy>Maiershirts</cp:lastModifiedBy>
  <cp:revision>1</cp:revision>
  <dcterms:created xsi:type="dcterms:W3CDTF">2026-09-24T08:43:03Z</dcterms:created>
  <dcterms:modified xsi:type="dcterms:W3CDTF">2026-09-24T08:43:03Z</dcterms:modified>
</cp:coreProperties>
</file>