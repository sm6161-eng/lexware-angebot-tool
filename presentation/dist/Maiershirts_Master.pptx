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zwölf Logo-Felder.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1.png"/><Relationship Id="rId6" Type="http://schemas.openxmlformats.org/officeDocument/2006/relationships/image" Target="../media/image-11-1.png"/><Relationship Id="rId7" Type="http://schemas.openxmlformats.org/officeDocument/2006/relationships/image" Target="../media/image-11-1.png"/><Relationship Id="rId8" Type="http://schemas.openxmlformats.org/officeDocument/2006/relationships/image" Target="../media/image-11-1.png"/><Relationship Id="rId9" Type="http://schemas.openxmlformats.org/officeDocument/2006/relationships/image" Target="../media/image-11-1.png"/><Relationship Id="rId10" Type="http://schemas.openxmlformats.org/officeDocument/2006/relationships/image" Target="../media/image-11-1.png"/><Relationship Id="rId11" Type="http://schemas.openxmlformats.org/officeDocument/2006/relationships/image" Target="../media/image-11-1.png"/><Relationship Id="rId12" Type="http://schemas.openxmlformats.org/officeDocument/2006/relationships/image" Target="../media/image-11-1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6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sXhBDw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XhBDw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sXhBDw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sXhBDw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 und 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XhBDw/ph-logo-446x194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66928" y="1344168"/>
            <a:ext cx="1700784" cy="74066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sXhBDw/ph-logo-446x194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sXhBDw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sXhBDw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sXhBDw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sXhBDw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sXhBDw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sXhBDw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sXhBDw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sXhBDw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sXhBDw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sXhBDw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sXhBDw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sXhBDw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sXhBDw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2026-09-15T11:42:20Z</dcterms:created>
  <dcterms:modified xsi:type="dcterms:W3CDTF">2026-09-15T11:42:20Z</dcterms:modified>
</cp:coreProperties>
</file>