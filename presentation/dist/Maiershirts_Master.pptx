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zwölf Logo-Felder. 11 Logo(s) aus assets/referenzen eingesetzt.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6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dzZNxb/ph-foto-2400x1008.pn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dzZNxb/ph-foto-696x456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Bio-Baumwolle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B&amp;C Inspire T · 140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XS bis 3XL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9,90 €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dzZNxb/ph-foto-696x456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dzZNxb/ph-foto-696x456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 und Unternehmen, die uns vertrauen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dzZNxb/ref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4" name="Image 1" descr="/var/folders/hm/sgq6d80d0vq133k7n8dc9bnw0000gn/T/maiershirts-dzZNxb/ref-1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5" name="Image 2" descr="/var/folders/hm/sgq6d80d0vq133k7n8dc9bnw0000gn/T/maiershirts-dzZNxb/ref-2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6" name="Image 3" descr="/var/folders/hm/sgq6d80d0vq133k7n8dc9bnw0000gn/T/maiershirts-dzZNxb/ref-3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41461" y="1490472"/>
            <a:ext cx="770438" cy="448056"/>
          </a:xfrm>
          <a:prstGeom prst="rect">
            <a:avLst/>
          </a:prstGeom>
        </p:spPr>
      </p:pic>
      <p:pic>
        <p:nvPicPr>
          <p:cNvPr id="7" name="Image 4" descr="/var/folders/hm/sgq6d80d0vq133k7n8dc9bnw0000gn/T/maiershirts-dzZNxb/ref-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972998" y="2587752"/>
            <a:ext cx="888644" cy="448056"/>
          </a:xfrm>
          <a:prstGeom prst="rect">
            <a:avLst/>
          </a:prstGeom>
        </p:spPr>
      </p:pic>
      <p:pic>
        <p:nvPicPr>
          <p:cNvPr id="8" name="Image 5" descr="/var/folders/hm/sgq6d80d0vq133k7n8dc9bnw0000gn/T/maiershirts-dzZNxb/ref-5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967838" y="2587752"/>
            <a:ext cx="1105205" cy="448056"/>
          </a:xfrm>
          <a:prstGeom prst="rect">
            <a:avLst/>
          </a:prstGeom>
        </p:spPr>
      </p:pic>
      <p:pic>
        <p:nvPicPr>
          <p:cNvPr id="9" name="Image 6" descr="/var/folders/hm/sgq6d80d0vq133k7n8dc9bnw0000gn/T/maiershirts-dzZNxb/ref-6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96660" y="2587752"/>
            <a:ext cx="653799" cy="448056"/>
          </a:xfrm>
          <a:prstGeom prst="rect">
            <a:avLst/>
          </a:prstGeom>
        </p:spPr>
      </p:pic>
      <p:pic>
        <p:nvPicPr>
          <p:cNvPr id="10" name="Image 7" descr="/var/folders/hm/sgq6d80d0vq133k7n8dc9bnw0000gn/T/maiershirts-dzZNxb/ref-7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67042" y="2587752"/>
            <a:ext cx="1319276" cy="448056"/>
          </a:xfrm>
          <a:prstGeom prst="rect">
            <a:avLst/>
          </a:prstGeom>
        </p:spPr>
      </p:pic>
      <p:pic>
        <p:nvPicPr>
          <p:cNvPr id="11" name="Image 8" descr="/var/folders/hm/sgq6d80d0vq133k7n8dc9bnw0000gn/T/maiershirts-dzZNxb/ref-8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1150941" y="3685032"/>
            <a:ext cx="532758" cy="448056"/>
          </a:xfrm>
          <a:prstGeom prst="rect">
            <a:avLst/>
          </a:prstGeom>
        </p:spPr>
      </p:pic>
      <p:pic>
        <p:nvPicPr>
          <p:cNvPr id="12" name="Image 9" descr="/var/folders/hm/sgq6d80d0vq133k7n8dc9bnw0000gn/T/maiershirts-dzZNxb/ref-9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017937" y="3685032"/>
            <a:ext cx="1005007" cy="448056"/>
          </a:xfrm>
          <a:prstGeom prst="rect">
            <a:avLst/>
          </a:prstGeom>
        </p:spPr>
      </p:pic>
      <p:pic>
        <p:nvPicPr>
          <p:cNvPr id="13" name="Image 10" descr="/var/folders/hm/sgq6d80d0vq133k7n8dc9bnw0000gn/T/maiershirts-dzZNxb/ref-10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179067" y="3685032"/>
            <a:ext cx="888987" cy="448056"/>
          </a:xfrm>
          <a:prstGeom prst="rect">
            <a:avLst/>
          </a:prstGeom>
        </p:spPr>
      </p:pic>
      <p:pic>
        <p:nvPicPr>
          <p:cNvPr id="14" name="Image 11" descr="/var/folders/hm/sgq6d80d0vq133k7n8dc9bnw0000gn/T/maiershirts-dzZNxb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dzZNxb/ph-foto-1056x84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dzZNxb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dzZNxb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2026-09-15T12:25:22Z</dcterms:created>
  <dcterms:modified xsi:type="dcterms:W3CDTF">2026-09-15T12:25:22Z</dcterms:modified>
</cp:coreProperties>
</file>