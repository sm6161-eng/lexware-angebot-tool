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1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Aufträge</c:v>
                </c:pt>
              </c:strCache>
            </c:strRef>
          </c:tx>
          <c:spPr>
            <a:solidFill>
              <a:srgbClr val="819E7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F0F0F"/>
                    </a:solidFill>
                    <a:latin typeface="Inter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T-Shirts</c:v>
                  </c:pt>
                  <c:pt idx="1">
                    <c:v>Hoodies</c:v>
                  </c:pt>
                  <c:pt idx="2">
                    <c:v>Polos</c:v>
                  </c:pt>
                  <c:pt idx="3">
                    <c:v>Workwear</c:v>
                  </c:pt>
                  <c:pt idx="4">
                    <c:v>Caps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420</c:v>
                </c:pt>
                <c:pt idx="1">
                  <c:v>260</c:v>
                </c:pt>
                <c:pt idx="2">
                  <c:v>180</c:v>
                </c:pt>
                <c:pt idx="3">
                  <c:v>150</c:v>
                </c:pt>
                <c:pt idx="4">
                  <c:v>90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F0F0F"/>
                  </a:solidFill>
                  <a:latin typeface="Inter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F0F0F"/>
                </a:solidFill>
                <a:latin typeface="Inter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9D2C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F0F0F"/>
                </a:solidFill>
                <a:latin typeface="Inter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MS_TITEL. Alle vier Felder sind Platzhalter: Titel, Untertitel, Kunde/Projekt, Datum/Angebotsnummer.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MS_INHALT: Titel und Textkörper. Die Agenda ist normaler Text im Textkörper.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MS_ABSCHNITT: Nummer, Titel, Kurzbeschreibung.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MS_FREI_SAND: nur Titel, Fläche frei. Hier: Text links, vier weiße Karten rechts.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MS_BILD_VOLL: Foto über die volle Breite, darunter Bildunterschrift. Bild per Klick auf das Platzhalterbild ersetzen.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MS_KENNZAHLEN: drei Karten mit Zahl, Bedeutung und Quelle, dazu eine Hinweiszeile.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MS_PROZESS: vier nummerierte Schritte mit Überschrift und Kurztext.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MS_VERFAHREN: vier Verfahren mit Einsatzgebiet und drei Kennwerten, darunter die Entscheidungshilfe. Inhalte aus dem Veredelungs-Leitfaden (maiershirts-veredelung-leitfaden/leitfaden.html). Handmuster-Karte „Fühl den Unterschied“ zum Termin mitnehmen.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MS_TEXTIL: drei Rohlinge mit Foto, Name, Details und Preis ab. Beispielwerte.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MS_PREISSTAFFEL: vier Stufen Menge gegen Stückpreis, darunter Hinweise.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MS_ANGEBOT: Tabelle als Zusammenfassung (nativ, in PowerPoint editierbar), Konditionen als Platzhalter. Das verbindliche Angebot kommt aus Lexware.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MS_REFERENZEN: 12 Logo-Felder. 12 Logo(s) aus assets/referenzen/unternehmen eingesetzt (Folie 1 von 2). Logo per Klick auf das Platzhalterbild einsetzen; bei Beschnitt: Bildformat → Zuschneiden → Anpassen.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MS_REFERENZEN: 12 Logo-Felder. 1 Logo(s) aus assets/referenzen/unternehmen eingesetzt (Folie 2 von 2). Logo per Klick auf das Platzhalterbild einsetzen; bei Beschnitt: Bildformat → Zuschneiden → Anpassen.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MS_REFERENZEN_WAPPEN: 8 Logo-Felder. 8 Logo(s) aus assets/referenzen/vereine eingesetzt (Folie 1 von 1). Logo per Klick auf das Platzhalterbild einsetzen; bei Beschnitt: Bildformat → Zuschneiden → Anpassen.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MS_BILD: Foto links, Textkörper rechts.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MS_FREI mit nativem Säulendiagramm links und Kernaussage rechts.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MS_INHALT: Titel und Textkörper mit Aufzählung.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MS_ABSCHLUSS: Handlungsaufforderung, Ansprechpartner mit Foto, nächster Schritt mit Termin, QR-Code. Kontaktdaten sind Platzhalter.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MS_TITEL-image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MS_ABSCHNITT-image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6-1.png"/><Relationship Id="rId2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7-1.png"/><Relationship Id="rId2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8-1.png"/><Relationship Id="rId2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9-1.png"/><Relationship Id="rId2" Type="http://schemas.openxmlformats.org/officeDocument/2006/relationships/image" Target="../media/MS_BILD_VOLL-image-2.png"/><Relationship Id="rId3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0-1.png"/><Relationship Id="rId2" Type="http://schemas.openxmlformats.org/officeDocument/2006/relationships/image" Target="../media/MS_KENNZAHLEN-image-2.png"/><Relationship Id="rId3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1-1.png"/><Relationship Id="rId2" Type="http://schemas.openxmlformats.org/officeDocument/2006/relationships/image" Target="../media/MS_PROZESS-image-2.png"/><Relationship Id="rId3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2-1.png"/><Relationship Id="rId2" Type="http://schemas.openxmlformats.org/officeDocument/2006/relationships/image" Target="../media/MS_VERFAHREN-image-2.png"/><Relationship Id="rId3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3-1.png"/><Relationship Id="rId2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4-1.png"/><Relationship Id="rId2" Type="http://schemas.openxmlformats.org/officeDocument/2006/relationships/image" Target="../media/MS_PREISSTAFFEL-image-2.png"/><Relationship Id="rId3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5-1.png"/><Relationship Id="rId2" Type="http://schemas.openxmlformats.org/officeDocument/2006/relationships/image" Target="../media/MS_ANGEBOT-image-2.png"/><Relationship Id="rId3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6-1.png"/><Relationship Id="rId2" Type="http://schemas.openxmlformats.org/officeDocument/2006/relationships/image" Target="../media/MS_REFERENZEN-image-2.png"/><Relationship Id="rId3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7-1.png"/><Relationship Id="rId2" Type="http://schemas.openxmlformats.org/officeDocument/2006/relationships/image" Target="../media/MS_REFERENZEN_WAPPEN-image-2.png"/><Relationship Id="rId3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8-1.png"/><Relationship Id="rId2" Type="http://schemas.openxmlformats.org/officeDocument/2006/relationships/image" Target="../media/MS_ABSCHLUSS-image-2.pn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TITEL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ligh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457200"/>
            <a:ext cx="1463040" cy="804672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691640"/>
            <a:ext cx="658368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Titel der Präsentation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926080"/>
            <a:ext cx="658368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8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Untertitel</a:t>
            </a:r>
            <a:endParaRPr lang="en-US" sz="18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3794760"/>
            <a:ext cx="658368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Angebot für: Kunde · Projekt</a:t>
            </a:r>
            <a:endParaRPr lang="en-US" sz="16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548640" y="4206240"/>
            <a:ext cx="658368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Datum · Angebotsnummer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ABSCHNIT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ligh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457200"/>
            <a:ext cx="1463040" cy="804672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371600"/>
            <a:ext cx="274320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rgbClr val="819E72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5400" b="1" dirty="0">
                <a:solidFill>
                  <a:srgbClr val="819E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54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2286000"/>
            <a:ext cx="658368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Abschnittstitel</a:t>
            </a:r>
            <a:endParaRPr lang="en-US" sz="3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3154680"/>
            <a:ext cx="658368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Kurzbeschreibung des Abschnitts</a:t>
            </a:r>
            <a:endParaRPr lang="en-US" sz="16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234440"/>
            <a:ext cx="8229600" cy="3200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 eingeben</a:t>
            </a:r>
            <a:endParaRPr lang="en-US" sz="1600" dirty="0"/>
          </a:p>
        </p:txBody>
      </p:sp>
      <p:sp>
        <p:nvSpPr>
          <p:cNvPr id="5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INHALT_SAND">
    <p:bg>
      <p:bgPr>
        <a:solidFill>
          <a:srgbClr val="E8DF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234440"/>
            <a:ext cx="8229600" cy="3200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 eingeben</a:t>
            </a:r>
            <a:endParaRPr lang="en-US" sz="1600" dirty="0"/>
          </a:p>
        </p:txBody>
      </p:sp>
      <p:sp>
        <p:nvSpPr>
          <p:cNvPr id="5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FREI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FREI_SAND">
    <p:bg>
      <p:bgPr>
        <a:solidFill>
          <a:srgbClr val="E8DF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BILD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pic" hasCustomPrompt="1"/>
          </p:nvPr>
        </p:nvSpPr>
        <p:spPr>
          <a:xfrm>
            <a:off x="457200" y="1234440"/>
            <a:ext cx="4023360" cy="3200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846320" y="1234440"/>
            <a:ext cx="3840480" cy="3200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 eingeben</a:t>
            </a:r>
            <a:endParaRPr lang="en-US" sz="1600" dirty="0"/>
          </a:p>
        </p:txBody>
      </p:sp>
      <p:sp>
        <p:nvSpPr>
          <p:cNvPr id="6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BILD_VOLL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pic" hasCustomPrompt="1"/>
          </p:nvPr>
        </p:nvSpPr>
        <p:spPr>
          <a:xfrm>
            <a:off x="0" y="0"/>
            <a:ext cx="9144000" cy="3840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pic>
        <p:nvPicPr>
          <p:cNvPr id="3" name="Image 0" descr="/Users/stefanmaier/Documents/GitHub/lexware-angebot-tool/presentation/assets/logo-ligh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4206240"/>
            <a:ext cx="868680" cy="457200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3977640"/>
            <a:ext cx="694944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Bildunterschrift</a:t>
            </a:r>
            <a:endParaRPr lang="en-US" sz="2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4480560"/>
            <a:ext cx="694944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Ergänzung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KENNZAHLE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1554480"/>
            <a:ext cx="219456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1.000</a:t>
            </a:r>
            <a:endParaRPr lang="en-US" sz="4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2468880"/>
            <a:ext cx="219456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die Zahl bedeutet</a:t>
            </a:r>
            <a:endParaRPr lang="en-US" sz="16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685800" y="3063240"/>
            <a:ext cx="219456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Zeitraum / Quelle</a:t>
            </a:r>
            <a:endParaRPr lang="en-US" sz="1200" dirty="0"/>
          </a:p>
        </p:txBody>
      </p:sp>
      <p:sp>
        <p:nvSpPr>
          <p:cNvPr id="7" name="Text 0"/>
          <p:cNvSpPr/>
          <p:nvPr>
            <p:ph idx="105" type="body" hasCustomPrompt="1"/>
          </p:nvPr>
        </p:nvSpPr>
        <p:spPr>
          <a:xfrm>
            <a:off x="3474720" y="1554480"/>
            <a:ext cx="219456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1.000</a:t>
            </a:r>
            <a:endParaRPr lang="en-US" sz="4400" dirty="0"/>
          </a:p>
        </p:txBody>
      </p:sp>
      <p:sp>
        <p:nvSpPr>
          <p:cNvPr id="8" name="Text 0"/>
          <p:cNvSpPr/>
          <p:nvPr>
            <p:ph idx="106" type="body" hasCustomPrompt="1"/>
          </p:nvPr>
        </p:nvSpPr>
        <p:spPr>
          <a:xfrm>
            <a:off x="3474720" y="2468880"/>
            <a:ext cx="219456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die Zahl bedeutet</a:t>
            </a:r>
            <a:endParaRPr lang="en-US" sz="1600" dirty="0"/>
          </a:p>
        </p:txBody>
      </p:sp>
      <p:sp>
        <p:nvSpPr>
          <p:cNvPr id="9" name="Text 0"/>
          <p:cNvSpPr/>
          <p:nvPr>
            <p:ph idx="107" type="body" hasCustomPrompt="1"/>
          </p:nvPr>
        </p:nvSpPr>
        <p:spPr>
          <a:xfrm>
            <a:off x="3474720" y="3063240"/>
            <a:ext cx="219456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Zeitraum / Quelle</a:t>
            </a:r>
            <a:endParaRPr lang="en-US" sz="1200" dirty="0"/>
          </a:p>
        </p:txBody>
      </p:sp>
      <p:sp>
        <p:nvSpPr>
          <p:cNvPr id="10" name="Text 0"/>
          <p:cNvSpPr/>
          <p:nvPr>
            <p:ph idx="108" type="body" hasCustomPrompt="1"/>
          </p:nvPr>
        </p:nvSpPr>
        <p:spPr>
          <a:xfrm>
            <a:off x="6263640" y="1554480"/>
            <a:ext cx="219456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1.000</a:t>
            </a:r>
            <a:endParaRPr lang="en-US" sz="4400" dirty="0"/>
          </a:p>
        </p:txBody>
      </p:sp>
      <p:sp>
        <p:nvSpPr>
          <p:cNvPr id="11" name="Text 0"/>
          <p:cNvSpPr/>
          <p:nvPr>
            <p:ph idx="109" type="body" hasCustomPrompt="1"/>
          </p:nvPr>
        </p:nvSpPr>
        <p:spPr>
          <a:xfrm>
            <a:off x="6263640" y="2468880"/>
            <a:ext cx="219456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die Zahl bedeutet</a:t>
            </a:r>
            <a:endParaRPr lang="en-US" sz="1600" dirty="0"/>
          </a:p>
        </p:txBody>
      </p:sp>
      <p:sp>
        <p:nvSpPr>
          <p:cNvPr id="12" name="Text 0"/>
          <p:cNvSpPr/>
          <p:nvPr>
            <p:ph idx="110" type="body" hasCustomPrompt="1"/>
          </p:nvPr>
        </p:nvSpPr>
        <p:spPr>
          <a:xfrm>
            <a:off x="6263640" y="3063240"/>
            <a:ext cx="219456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Zeitraum / Quelle</a:t>
            </a:r>
            <a:endParaRPr lang="en-US" sz="1200" dirty="0"/>
          </a:p>
        </p:txBody>
      </p:sp>
      <p:sp>
        <p:nvSpPr>
          <p:cNvPr id="13" name="Text 0"/>
          <p:cNvSpPr/>
          <p:nvPr>
            <p:ph idx="111" type="body" hasCustomPrompt="1"/>
          </p:nvPr>
        </p:nvSpPr>
        <p:spPr>
          <a:xfrm>
            <a:off x="457200" y="3886200"/>
            <a:ext cx="82296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Hinweis</a:t>
            </a:r>
            <a:endParaRPr lang="en-US" sz="1200" dirty="0"/>
          </a:p>
        </p:txBody>
      </p:sp>
      <p:sp>
        <p:nvSpPr>
          <p:cNvPr id="14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1010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PROZES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16002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4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45720" y="2743200"/>
            <a:ext cx="192024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Schritt 1</a:t>
            </a:r>
            <a:endParaRPr lang="en-US" sz="1600" dirty="0"/>
          </a:p>
        </p:txBody>
      </p:sp>
      <p:sp>
        <p:nvSpPr>
          <p:cNvPr id="6" name="Text 1"/>
          <p:cNvSpPr/>
          <p:nvPr>
            <p:ph idx="104" type="body" hasCustomPrompt="1"/>
          </p:nvPr>
        </p:nvSpPr>
        <p:spPr>
          <a:xfrm>
            <a:off x="45720" y="3108960"/>
            <a:ext cx="19202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in diesem Schritt passiert</a:t>
            </a:r>
            <a:endParaRPr lang="en-US" sz="1200" dirty="0"/>
          </a:p>
        </p:txBody>
      </p:sp>
      <p:sp>
        <p:nvSpPr>
          <p:cNvPr id="7" name="Text 1"/>
          <p:cNvSpPr/>
          <p:nvPr/>
        </p:nvSpPr>
        <p:spPr>
          <a:xfrm>
            <a:off x="2651760" y="16002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4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2148840" y="2743200"/>
            <a:ext cx="192024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Schritt 2</a:t>
            </a:r>
            <a:endParaRPr lang="en-US" sz="1600" dirty="0"/>
          </a:p>
        </p:txBody>
      </p:sp>
      <p:sp>
        <p:nvSpPr>
          <p:cNvPr id="9" name="Text 2"/>
          <p:cNvSpPr/>
          <p:nvPr>
            <p:ph idx="107" type="body" hasCustomPrompt="1"/>
          </p:nvPr>
        </p:nvSpPr>
        <p:spPr>
          <a:xfrm>
            <a:off x="2148840" y="3108960"/>
            <a:ext cx="19202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in diesem Schritt passiert</a:t>
            </a:r>
            <a:endParaRPr lang="en-US" sz="1200" dirty="0"/>
          </a:p>
        </p:txBody>
      </p:sp>
      <p:sp>
        <p:nvSpPr>
          <p:cNvPr id="10" name="Text 2"/>
          <p:cNvSpPr/>
          <p:nvPr/>
        </p:nvSpPr>
        <p:spPr>
          <a:xfrm>
            <a:off x="4754880" y="16002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Text 3"/>
          <p:cNvSpPr/>
          <p:nvPr>
            <p:ph idx="109" type="body" hasCustomPrompt="1"/>
          </p:nvPr>
        </p:nvSpPr>
        <p:spPr>
          <a:xfrm>
            <a:off x="4251960" y="2743200"/>
            <a:ext cx="192024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Schritt 3</a:t>
            </a:r>
            <a:endParaRPr lang="en-US" sz="1600" dirty="0"/>
          </a:p>
        </p:txBody>
      </p:sp>
      <p:sp>
        <p:nvSpPr>
          <p:cNvPr id="12" name="Text 3"/>
          <p:cNvSpPr/>
          <p:nvPr>
            <p:ph idx="110" type="body" hasCustomPrompt="1"/>
          </p:nvPr>
        </p:nvSpPr>
        <p:spPr>
          <a:xfrm>
            <a:off x="4251960" y="3108960"/>
            <a:ext cx="19202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in diesem Schritt passiert</a:t>
            </a:r>
            <a:endParaRPr lang="en-US" sz="1200" dirty="0"/>
          </a:p>
        </p:txBody>
      </p:sp>
      <p:sp>
        <p:nvSpPr>
          <p:cNvPr id="13" name="Text 3"/>
          <p:cNvSpPr/>
          <p:nvPr/>
        </p:nvSpPr>
        <p:spPr>
          <a:xfrm>
            <a:off x="6858000" y="16002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2400" dirty="0"/>
          </a:p>
        </p:txBody>
      </p:sp>
      <p:sp>
        <p:nvSpPr>
          <p:cNvPr id="14" name="Text 4"/>
          <p:cNvSpPr/>
          <p:nvPr>
            <p:ph idx="112" type="body" hasCustomPrompt="1"/>
          </p:nvPr>
        </p:nvSpPr>
        <p:spPr>
          <a:xfrm>
            <a:off x="6355080" y="2743200"/>
            <a:ext cx="192024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Schritt 4</a:t>
            </a:r>
            <a:endParaRPr lang="en-US" sz="1600" dirty="0"/>
          </a:p>
        </p:txBody>
      </p:sp>
      <p:sp>
        <p:nvSpPr>
          <p:cNvPr id="15" name="Text 4"/>
          <p:cNvSpPr/>
          <p:nvPr>
            <p:ph idx="113" type="body" hasCustomPrompt="1"/>
          </p:nvPr>
        </p:nvSpPr>
        <p:spPr>
          <a:xfrm>
            <a:off x="6355080" y="3108960"/>
            <a:ext cx="19202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in diesem Schritt passiert</a:t>
            </a:r>
            <a:endParaRPr lang="en-US" sz="1200" dirty="0"/>
          </a:p>
        </p:txBody>
      </p:sp>
      <p:sp>
        <p:nvSpPr>
          <p:cNvPr id="16" name="Text 4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1011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VERFAHRE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914400"/>
            <a:ext cx="713232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Welche Technik zu welchem Projekt passt</a:t>
            </a:r>
            <a:endParaRPr lang="en-US" sz="1200" dirty="0"/>
          </a:p>
        </p:txBody>
      </p:sp>
      <p:sp>
        <p:nvSpPr>
          <p:cNvPr id="5" name="Text 0"/>
          <p:cNvSpPr/>
          <p:nvPr/>
        </p:nvSpPr>
        <p:spPr>
          <a:xfrm>
            <a:off x="621792" y="137160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1000" dirty="0"/>
          </a:p>
        </p:txBody>
      </p:sp>
      <p:sp>
        <p:nvSpPr>
          <p:cNvPr id="6" name="Text 1"/>
          <p:cNvSpPr/>
          <p:nvPr>
            <p:ph idx="104" type="body" hasCustomPrompt="1"/>
          </p:nvPr>
        </p:nvSpPr>
        <p:spPr>
          <a:xfrm>
            <a:off x="621792" y="1600200"/>
            <a:ext cx="164592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Verfahren</a:t>
            </a:r>
            <a:endParaRPr lang="en-US" sz="1600" dirty="0"/>
          </a:p>
        </p:txBody>
      </p:sp>
      <p:sp>
        <p:nvSpPr>
          <p:cNvPr id="7" name="Text 1"/>
          <p:cNvSpPr/>
          <p:nvPr>
            <p:ph idx="105" type="body" hasCustomPrompt="1"/>
          </p:nvPr>
        </p:nvSpPr>
        <p:spPr>
          <a:xfrm>
            <a:off x="621792" y="1938528"/>
            <a:ext cx="16459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Ideal für …</a:t>
            </a:r>
            <a:endParaRPr lang="en-US" sz="1200" dirty="0"/>
          </a:p>
        </p:txBody>
      </p:sp>
      <p:sp>
        <p:nvSpPr>
          <p:cNvPr id="8" name="Text 1"/>
          <p:cNvSpPr/>
          <p:nvPr/>
        </p:nvSpPr>
        <p:spPr>
          <a:xfrm>
            <a:off x="621792" y="3090672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Wäsche</a:t>
            </a:r>
            <a:endParaRPr lang="en-US" sz="1000" dirty="0"/>
          </a:p>
        </p:txBody>
      </p:sp>
      <p:sp>
        <p:nvSpPr>
          <p:cNvPr id="9" name="Text 2"/>
          <p:cNvSpPr/>
          <p:nvPr>
            <p:ph idx="107" type="body" hasCustomPrompt="1"/>
          </p:nvPr>
        </p:nvSpPr>
        <p:spPr>
          <a:xfrm>
            <a:off x="1261872" y="3090672"/>
            <a:ext cx="100584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…</a:t>
            </a:r>
            <a:endParaRPr lang="en-US" sz="1200" dirty="0"/>
          </a:p>
        </p:txBody>
      </p:sp>
      <p:sp>
        <p:nvSpPr>
          <p:cNvPr id="10" name="Text 2"/>
          <p:cNvSpPr/>
          <p:nvPr/>
        </p:nvSpPr>
        <p:spPr>
          <a:xfrm>
            <a:off x="621792" y="3419856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Auflage</a:t>
            </a:r>
            <a:endParaRPr lang="en-US" sz="1000" dirty="0"/>
          </a:p>
        </p:txBody>
      </p:sp>
      <p:sp>
        <p:nvSpPr>
          <p:cNvPr id="11" name="Text 3"/>
          <p:cNvSpPr/>
          <p:nvPr>
            <p:ph idx="109" type="body" hasCustomPrompt="1"/>
          </p:nvPr>
        </p:nvSpPr>
        <p:spPr>
          <a:xfrm>
            <a:off x="1261872" y="3419856"/>
            <a:ext cx="100584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…</a:t>
            </a:r>
            <a:endParaRPr lang="en-US" sz="1200" dirty="0"/>
          </a:p>
        </p:txBody>
      </p:sp>
      <p:sp>
        <p:nvSpPr>
          <p:cNvPr id="12" name="Text 3"/>
          <p:cNvSpPr/>
          <p:nvPr/>
        </p:nvSpPr>
        <p:spPr>
          <a:xfrm>
            <a:off x="621792" y="3749040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Farbe</a:t>
            </a:r>
            <a:endParaRPr lang="en-US" sz="1000" dirty="0"/>
          </a:p>
        </p:txBody>
      </p:sp>
      <p:sp>
        <p:nvSpPr>
          <p:cNvPr id="13" name="Text 4"/>
          <p:cNvSpPr/>
          <p:nvPr>
            <p:ph idx="111" type="body" hasCustomPrompt="1"/>
          </p:nvPr>
        </p:nvSpPr>
        <p:spPr>
          <a:xfrm>
            <a:off x="1261872" y="3749040"/>
            <a:ext cx="100584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…</a:t>
            </a:r>
            <a:endParaRPr lang="en-US" sz="1200" dirty="0"/>
          </a:p>
        </p:txBody>
      </p:sp>
      <p:sp>
        <p:nvSpPr>
          <p:cNvPr id="14" name="Text 4"/>
          <p:cNvSpPr/>
          <p:nvPr/>
        </p:nvSpPr>
        <p:spPr>
          <a:xfrm>
            <a:off x="2724912" y="137160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1000" dirty="0"/>
          </a:p>
        </p:txBody>
      </p:sp>
      <p:sp>
        <p:nvSpPr>
          <p:cNvPr id="15" name="Text 5"/>
          <p:cNvSpPr/>
          <p:nvPr>
            <p:ph idx="113" type="body" hasCustomPrompt="1"/>
          </p:nvPr>
        </p:nvSpPr>
        <p:spPr>
          <a:xfrm>
            <a:off x="2724912" y="1600200"/>
            <a:ext cx="164592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Verfahren</a:t>
            </a:r>
            <a:endParaRPr lang="en-US" sz="1600" dirty="0"/>
          </a:p>
        </p:txBody>
      </p:sp>
      <p:sp>
        <p:nvSpPr>
          <p:cNvPr id="16" name="Text 5"/>
          <p:cNvSpPr/>
          <p:nvPr>
            <p:ph idx="114" type="body" hasCustomPrompt="1"/>
          </p:nvPr>
        </p:nvSpPr>
        <p:spPr>
          <a:xfrm>
            <a:off x="2724912" y="1938528"/>
            <a:ext cx="16459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Ideal für …</a:t>
            </a:r>
            <a:endParaRPr lang="en-US" sz="1200" dirty="0"/>
          </a:p>
        </p:txBody>
      </p:sp>
      <p:sp>
        <p:nvSpPr>
          <p:cNvPr id="17" name="Text 5"/>
          <p:cNvSpPr/>
          <p:nvPr/>
        </p:nvSpPr>
        <p:spPr>
          <a:xfrm>
            <a:off x="2724912" y="3090672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Wäsche</a:t>
            </a:r>
            <a:endParaRPr lang="en-US" sz="1000" dirty="0"/>
          </a:p>
        </p:txBody>
      </p:sp>
      <p:sp>
        <p:nvSpPr>
          <p:cNvPr id="18" name="Text 6"/>
          <p:cNvSpPr/>
          <p:nvPr>
            <p:ph idx="116" type="body" hasCustomPrompt="1"/>
          </p:nvPr>
        </p:nvSpPr>
        <p:spPr>
          <a:xfrm>
            <a:off x="3364992" y="3090672"/>
            <a:ext cx="100584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…</a:t>
            </a:r>
            <a:endParaRPr lang="en-US" sz="1200" dirty="0"/>
          </a:p>
        </p:txBody>
      </p:sp>
      <p:sp>
        <p:nvSpPr>
          <p:cNvPr id="19" name="Text 6"/>
          <p:cNvSpPr/>
          <p:nvPr/>
        </p:nvSpPr>
        <p:spPr>
          <a:xfrm>
            <a:off x="2724912" y="3419856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Auflage</a:t>
            </a:r>
            <a:endParaRPr lang="en-US" sz="1000" dirty="0"/>
          </a:p>
        </p:txBody>
      </p:sp>
      <p:sp>
        <p:nvSpPr>
          <p:cNvPr id="20" name="Text 7"/>
          <p:cNvSpPr/>
          <p:nvPr>
            <p:ph idx="118" type="body" hasCustomPrompt="1"/>
          </p:nvPr>
        </p:nvSpPr>
        <p:spPr>
          <a:xfrm>
            <a:off x="3364992" y="3419856"/>
            <a:ext cx="100584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…</a:t>
            </a:r>
            <a:endParaRPr lang="en-US" sz="1200" dirty="0"/>
          </a:p>
        </p:txBody>
      </p:sp>
      <p:sp>
        <p:nvSpPr>
          <p:cNvPr id="21" name="Text 7"/>
          <p:cNvSpPr/>
          <p:nvPr/>
        </p:nvSpPr>
        <p:spPr>
          <a:xfrm>
            <a:off x="2724912" y="3749040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Farbe</a:t>
            </a:r>
            <a:endParaRPr lang="en-US" sz="1000" dirty="0"/>
          </a:p>
        </p:txBody>
      </p:sp>
      <p:sp>
        <p:nvSpPr>
          <p:cNvPr id="22" name="Text 8"/>
          <p:cNvSpPr/>
          <p:nvPr>
            <p:ph idx="120" type="body" hasCustomPrompt="1"/>
          </p:nvPr>
        </p:nvSpPr>
        <p:spPr>
          <a:xfrm>
            <a:off x="3364992" y="3749040"/>
            <a:ext cx="100584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…</a:t>
            </a:r>
            <a:endParaRPr lang="en-US" sz="1200" dirty="0"/>
          </a:p>
        </p:txBody>
      </p:sp>
      <p:sp>
        <p:nvSpPr>
          <p:cNvPr id="23" name="Text 8"/>
          <p:cNvSpPr/>
          <p:nvPr/>
        </p:nvSpPr>
        <p:spPr>
          <a:xfrm>
            <a:off x="4828032" y="137160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1000" dirty="0"/>
          </a:p>
        </p:txBody>
      </p:sp>
      <p:sp>
        <p:nvSpPr>
          <p:cNvPr id="24" name="Text 9"/>
          <p:cNvSpPr/>
          <p:nvPr>
            <p:ph idx="122" type="body" hasCustomPrompt="1"/>
          </p:nvPr>
        </p:nvSpPr>
        <p:spPr>
          <a:xfrm>
            <a:off x="4828032" y="1600200"/>
            <a:ext cx="164592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Verfahren</a:t>
            </a:r>
            <a:endParaRPr lang="en-US" sz="1600" dirty="0"/>
          </a:p>
        </p:txBody>
      </p:sp>
      <p:sp>
        <p:nvSpPr>
          <p:cNvPr id="25" name="Text 9"/>
          <p:cNvSpPr/>
          <p:nvPr>
            <p:ph idx="123" type="body" hasCustomPrompt="1"/>
          </p:nvPr>
        </p:nvSpPr>
        <p:spPr>
          <a:xfrm>
            <a:off x="4828032" y="1938528"/>
            <a:ext cx="16459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Ideal für …</a:t>
            </a:r>
            <a:endParaRPr lang="en-US" sz="1200" dirty="0"/>
          </a:p>
        </p:txBody>
      </p:sp>
      <p:sp>
        <p:nvSpPr>
          <p:cNvPr id="26" name="Text 9"/>
          <p:cNvSpPr/>
          <p:nvPr/>
        </p:nvSpPr>
        <p:spPr>
          <a:xfrm>
            <a:off x="4828032" y="3090672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Wäsche</a:t>
            </a:r>
            <a:endParaRPr lang="en-US" sz="1000" dirty="0"/>
          </a:p>
        </p:txBody>
      </p:sp>
      <p:sp>
        <p:nvSpPr>
          <p:cNvPr id="27" name="Text 10"/>
          <p:cNvSpPr/>
          <p:nvPr>
            <p:ph idx="125" type="body" hasCustomPrompt="1"/>
          </p:nvPr>
        </p:nvSpPr>
        <p:spPr>
          <a:xfrm>
            <a:off x="5468112" y="3090672"/>
            <a:ext cx="100584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…</a:t>
            </a:r>
            <a:endParaRPr lang="en-US" sz="1200" dirty="0"/>
          </a:p>
        </p:txBody>
      </p:sp>
      <p:sp>
        <p:nvSpPr>
          <p:cNvPr id="28" name="Text 10"/>
          <p:cNvSpPr/>
          <p:nvPr/>
        </p:nvSpPr>
        <p:spPr>
          <a:xfrm>
            <a:off x="4828032" y="3419856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Auflage</a:t>
            </a:r>
            <a:endParaRPr lang="en-US" sz="1000" dirty="0"/>
          </a:p>
        </p:txBody>
      </p:sp>
      <p:sp>
        <p:nvSpPr>
          <p:cNvPr id="29" name="Text 11"/>
          <p:cNvSpPr/>
          <p:nvPr>
            <p:ph idx="127" type="body" hasCustomPrompt="1"/>
          </p:nvPr>
        </p:nvSpPr>
        <p:spPr>
          <a:xfrm>
            <a:off x="5468112" y="3419856"/>
            <a:ext cx="100584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…</a:t>
            </a:r>
            <a:endParaRPr lang="en-US" sz="1200" dirty="0"/>
          </a:p>
        </p:txBody>
      </p:sp>
      <p:sp>
        <p:nvSpPr>
          <p:cNvPr id="30" name="Text 11"/>
          <p:cNvSpPr/>
          <p:nvPr/>
        </p:nvSpPr>
        <p:spPr>
          <a:xfrm>
            <a:off x="4828032" y="3749040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Farbe</a:t>
            </a:r>
            <a:endParaRPr lang="en-US" sz="1000" dirty="0"/>
          </a:p>
        </p:txBody>
      </p:sp>
      <p:sp>
        <p:nvSpPr>
          <p:cNvPr id="31" name="Text 12"/>
          <p:cNvSpPr/>
          <p:nvPr>
            <p:ph idx="129" type="body" hasCustomPrompt="1"/>
          </p:nvPr>
        </p:nvSpPr>
        <p:spPr>
          <a:xfrm>
            <a:off x="5468112" y="3749040"/>
            <a:ext cx="100584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…</a:t>
            </a:r>
            <a:endParaRPr lang="en-US" sz="1200" dirty="0"/>
          </a:p>
        </p:txBody>
      </p:sp>
      <p:sp>
        <p:nvSpPr>
          <p:cNvPr id="32" name="Text 12"/>
          <p:cNvSpPr/>
          <p:nvPr/>
        </p:nvSpPr>
        <p:spPr>
          <a:xfrm>
            <a:off x="6931152" y="137160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endParaRPr lang="en-US" sz="1000" dirty="0"/>
          </a:p>
        </p:txBody>
      </p:sp>
      <p:sp>
        <p:nvSpPr>
          <p:cNvPr id="33" name="Text 13"/>
          <p:cNvSpPr/>
          <p:nvPr>
            <p:ph idx="131" type="body" hasCustomPrompt="1"/>
          </p:nvPr>
        </p:nvSpPr>
        <p:spPr>
          <a:xfrm>
            <a:off x="6931152" y="1600200"/>
            <a:ext cx="164592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Verfahren</a:t>
            </a:r>
            <a:endParaRPr lang="en-US" sz="1600" dirty="0"/>
          </a:p>
        </p:txBody>
      </p:sp>
      <p:sp>
        <p:nvSpPr>
          <p:cNvPr id="34" name="Text 13"/>
          <p:cNvSpPr/>
          <p:nvPr>
            <p:ph idx="132" type="body" hasCustomPrompt="1"/>
          </p:nvPr>
        </p:nvSpPr>
        <p:spPr>
          <a:xfrm>
            <a:off x="6931152" y="1938528"/>
            <a:ext cx="16459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Ideal für …</a:t>
            </a:r>
            <a:endParaRPr lang="en-US" sz="1200" dirty="0"/>
          </a:p>
        </p:txBody>
      </p:sp>
      <p:sp>
        <p:nvSpPr>
          <p:cNvPr id="35" name="Text 13"/>
          <p:cNvSpPr/>
          <p:nvPr/>
        </p:nvSpPr>
        <p:spPr>
          <a:xfrm>
            <a:off x="6931152" y="3090672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Wäsche</a:t>
            </a:r>
            <a:endParaRPr lang="en-US" sz="1000" dirty="0"/>
          </a:p>
        </p:txBody>
      </p:sp>
      <p:sp>
        <p:nvSpPr>
          <p:cNvPr id="36" name="Text 14"/>
          <p:cNvSpPr/>
          <p:nvPr>
            <p:ph idx="134" type="body" hasCustomPrompt="1"/>
          </p:nvPr>
        </p:nvSpPr>
        <p:spPr>
          <a:xfrm>
            <a:off x="7571232" y="3090672"/>
            <a:ext cx="100584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…</a:t>
            </a:r>
            <a:endParaRPr lang="en-US" sz="1200" dirty="0"/>
          </a:p>
        </p:txBody>
      </p:sp>
      <p:sp>
        <p:nvSpPr>
          <p:cNvPr id="37" name="Text 14"/>
          <p:cNvSpPr/>
          <p:nvPr/>
        </p:nvSpPr>
        <p:spPr>
          <a:xfrm>
            <a:off x="6931152" y="3419856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Auflage</a:t>
            </a:r>
            <a:endParaRPr lang="en-US" sz="1000" dirty="0"/>
          </a:p>
        </p:txBody>
      </p:sp>
      <p:sp>
        <p:nvSpPr>
          <p:cNvPr id="38" name="Text 15"/>
          <p:cNvSpPr/>
          <p:nvPr>
            <p:ph idx="136" type="body" hasCustomPrompt="1"/>
          </p:nvPr>
        </p:nvSpPr>
        <p:spPr>
          <a:xfrm>
            <a:off x="7571232" y="3419856"/>
            <a:ext cx="100584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…</a:t>
            </a:r>
            <a:endParaRPr lang="en-US" sz="1200" dirty="0"/>
          </a:p>
        </p:txBody>
      </p:sp>
      <p:sp>
        <p:nvSpPr>
          <p:cNvPr id="39" name="Text 15"/>
          <p:cNvSpPr/>
          <p:nvPr/>
        </p:nvSpPr>
        <p:spPr>
          <a:xfrm>
            <a:off x="6931152" y="3749040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Farbe</a:t>
            </a:r>
            <a:endParaRPr lang="en-US" sz="1000" dirty="0"/>
          </a:p>
        </p:txBody>
      </p:sp>
      <p:sp>
        <p:nvSpPr>
          <p:cNvPr id="40" name="Text 16"/>
          <p:cNvSpPr/>
          <p:nvPr>
            <p:ph idx="138" type="body" hasCustomPrompt="1"/>
          </p:nvPr>
        </p:nvSpPr>
        <p:spPr>
          <a:xfrm>
            <a:off x="7571232" y="3749040"/>
            <a:ext cx="100584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…</a:t>
            </a:r>
            <a:endParaRPr lang="en-US" sz="1200" dirty="0"/>
          </a:p>
        </p:txBody>
      </p:sp>
      <p:sp>
        <p:nvSpPr>
          <p:cNvPr id="41" name="Text 16"/>
          <p:cNvSpPr/>
          <p:nvPr>
            <p:ph idx="139" type="body" hasCustomPrompt="1"/>
          </p:nvPr>
        </p:nvSpPr>
        <p:spPr>
          <a:xfrm>
            <a:off x="457200" y="4251960"/>
            <a:ext cx="822960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Kurz entschieden: …</a:t>
            </a:r>
            <a:endParaRPr lang="en-US" sz="1200" dirty="0"/>
          </a:p>
        </p:txBody>
      </p:sp>
      <p:sp>
        <p:nvSpPr>
          <p:cNvPr id="42" name="Text 16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1012</a:t>
            </a:fld>
            <a:endParaRPr 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TEXTI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pic" hasCustomPrompt="1"/>
          </p:nvPr>
        </p:nvSpPr>
        <p:spPr>
          <a:xfrm>
            <a:off x="457200" y="1234440"/>
            <a:ext cx="265176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57200" y="3063240"/>
            <a:ext cx="265176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Textil</a:t>
            </a:r>
            <a:endParaRPr lang="en-US" sz="16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457200" y="3383280"/>
            <a:ext cx="265176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Material · Grammatur · Farben · Größen</a:t>
            </a:r>
            <a:endParaRPr lang="en-US" sz="1200" dirty="0"/>
          </a:p>
        </p:txBody>
      </p:sp>
      <p:sp>
        <p:nvSpPr>
          <p:cNvPr id="7" name="Text 0"/>
          <p:cNvSpPr/>
          <p:nvPr>
            <p:ph idx="105" type="body" hasCustomPrompt="1"/>
          </p:nvPr>
        </p:nvSpPr>
        <p:spPr>
          <a:xfrm>
            <a:off x="457200" y="4069080"/>
            <a:ext cx="265176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0,00 €</a:t>
            </a:r>
            <a:endParaRPr lang="en-US" sz="1600" dirty="0"/>
          </a:p>
        </p:txBody>
      </p:sp>
      <p:sp>
        <p:nvSpPr>
          <p:cNvPr id="8" name="Text 0"/>
          <p:cNvSpPr/>
          <p:nvPr>
            <p:ph idx="106" type="pic" hasCustomPrompt="1"/>
          </p:nvPr>
        </p:nvSpPr>
        <p:spPr>
          <a:xfrm>
            <a:off x="3246120" y="1234440"/>
            <a:ext cx="265176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9" name="Text 0"/>
          <p:cNvSpPr/>
          <p:nvPr>
            <p:ph idx="107" type="body" hasCustomPrompt="1"/>
          </p:nvPr>
        </p:nvSpPr>
        <p:spPr>
          <a:xfrm>
            <a:off x="3246120" y="3063240"/>
            <a:ext cx="265176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Textil</a:t>
            </a:r>
            <a:endParaRPr lang="en-US" sz="1600" dirty="0"/>
          </a:p>
        </p:txBody>
      </p:sp>
      <p:sp>
        <p:nvSpPr>
          <p:cNvPr id="10" name="Text 0"/>
          <p:cNvSpPr/>
          <p:nvPr>
            <p:ph idx="108" type="body" hasCustomPrompt="1"/>
          </p:nvPr>
        </p:nvSpPr>
        <p:spPr>
          <a:xfrm>
            <a:off x="3246120" y="3383280"/>
            <a:ext cx="265176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Material · Grammatur · Farben · Größen</a:t>
            </a:r>
            <a:endParaRPr lang="en-US" sz="1200" dirty="0"/>
          </a:p>
        </p:txBody>
      </p:sp>
      <p:sp>
        <p:nvSpPr>
          <p:cNvPr id="11" name="Text 0"/>
          <p:cNvSpPr/>
          <p:nvPr>
            <p:ph idx="109" type="body" hasCustomPrompt="1"/>
          </p:nvPr>
        </p:nvSpPr>
        <p:spPr>
          <a:xfrm>
            <a:off x="3246120" y="4069080"/>
            <a:ext cx="265176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0,00 €</a:t>
            </a:r>
            <a:endParaRPr lang="en-US" sz="1600" dirty="0"/>
          </a:p>
        </p:txBody>
      </p:sp>
      <p:sp>
        <p:nvSpPr>
          <p:cNvPr id="12" name="Text 0"/>
          <p:cNvSpPr/>
          <p:nvPr>
            <p:ph idx="110" type="pic" hasCustomPrompt="1"/>
          </p:nvPr>
        </p:nvSpPr>
        <p:spPr>
          <a:xfrm>
            <a:off x="6035040" y="1234440"/>
            <a:ext cx="265176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13" name="Text 0"/>
          <p:cNvSpPr/>
          <p:nvPr>
            <p:ph idx="111" type="body" hasCustomPrompt="1"/>
          </p:nvPr>
        </p:nvSpPr>
        <p:spPr>
          <a:xfrm>
            <a:off x="6035040" y="3063240"/>
            <a:ext cx="265176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Textil</a:t>
            </a:r>
            <a:endParaRPr lang="en-US" sz="1600" dirty="0"/>
          </a:p>
        </p:txBody>
      </p:sp>
      <p:sp>
        <p:nvSpPr>
          <p:cNvPr id="14" name="Text 0"/>
          <p:cNvSpPr/>
          <p:nvPr>
            <p:ph idx="112" type="body" hasCustomPrompt="1"/>
          </p:nvPr>
        </p:nvSpPr>
        <p:spPr>
          <a:xfrm>
            <a:off x="6035040" y="3383280"/>
            <a:ext cx="265176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Material · Grammatur · Farben · Größen</a:t>
            </a:r>
            <a:endParaRPr lang="en-US" sz="1200" dirty="0"/>
          </a:p>
        </p:txBody>
      </p:sp>
      <p:sp>
        <p:nvSpPr>
          <p:cNvPr id="15" name="Text 0"/>
          <p:cNvSpPr/>
          <p:nvPr>
            <p:ph idx="113" type="body" hasCustomPrompt="1"/>
          </p:nvPr>
        </p:nvSpPr>
        <p:spPr>
          <a:xfrm>
            <a:off x="6035040" y="4069080"/>
            <a:ext cx="265176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0,00 €</a:t>
            </a:r>
            <a:endParaRPr lang="en-US" sz="1600" dirty="0"/>
          </a:p>
        </p:txBody>
      </p:sp>
      <p:sp>
        <p:nvSpPr>
          <p:cNvPr id="16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1013</a:t>
            </a:fld>
            <a:endParaRPr 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PREISSTAFFEL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40080" y="1554480"/>
            <a:ext cx="1600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10 Stück</a:t>
            </a:r>
            <a:endParaRPr lang="en-US" sz="1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40080" y="1965960"/>
            <a:ext cx="16002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0,00 €</a:t>
            </a:r>
            <a:endParaRPr lang="en-US" sz="32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640080" y="2743200"/>
            <a:ext cx="16002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 Stück, netto</a:t>
            </a:r>
            <a:endParaRPr lang="en-US" sz="1200" dirty="0"/>
          </a:p>
        </p:txBody>
      </p:sp>
      <p:sp>
        <p:nvSpPr>
          <p:cNvPr id="7" name="Text 0"/>
          <p:cNvSpPr/>
          <p:nvPr>
            <p:ph idx="105" type="body" hasCustomPrompt="1"/>
          </p:nvPr>
        </p:nvSpPr>
        <p:spPr>
          <a:xfrm>
            <a:off x="2743200" y="1554480"/>
            <a:ext cx="1600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10 Stück</a:t>
            </a:r>
            <a:endParaRPr lang="en-US" sz="1400" dirty="0"/>
          </a:p>
        </p:txBody>
      </p:sp>
      <p:sp>
        <p:nvSpPr>
          <p:cNvPr id="8" name="Text 0"/>
          <p:cNvSpPr/>
          <p:nvPr>
            <p:ph idx="106" type="body" hasCustomPrompt="1"/>
          </p:nvPr>
        </p:nvSpPr>
        <p:spPr>
          <a:xfrm>
            <a:off x="2743200" y="1965960"/>
            <a:ext cx="16002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0,00 €</a:t>
            </a:r>
            <a:endParaRPr lang="en-US" sz="3200" dirty="0"/>
          </a:p>
        </p:txBody>
      </p:sp>
      <p:sp>
        <p:nvSpPr>
          <p:cNvPr id="9" name="Text 0"/>
          <p:cNvSpPr/>
          <p:nvPr>
            <p:ph idx="107" type="body" hasCustomPrompt="1"/>
          </p:nvPr>
        </p:nvSpPr>
        <p:spPr>
          <a:xfrm>
            <a:off x="2743200" y="2743200"/>
            <a:ext cx="16002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 Stück, netto</a:t>
            </a:r>
            <a:endParaRPr lang="en-US" sz="1200" dirty="0"/>
          </a:p>
        </p:txBody>
      </p:sp>
      <p:sp>
        <p:nvSpPr>
          <p:cNvPr id="10" name="Text 0"/>
          <p:cNvSpPr/>
          <p:nvPr>
            <p:ph idx="108" type="body" hasCustomPrompt="1"/>
          </p:nvPr>
        </p:nvSpPr>
        <p:spPr>
          <a:xfrm>
            <a:off x="4846320" y="1554480"/>
            <a:ext cx="1600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10 Stück</a:t>
            </a:r>
            <a:endParaRPr lang="en-US" sz="1400" dirty="0"/>
          </a:p>
        </p:txBody>
      </p:sp>
      <p:sp>
        <p:nvSpPr>
          <p:cNvPr id="11" name="Text 0"/>
          <p:cNvSpPr/>
          <p:nvPr>
            <p:ph idx="109" type="body" hasCustomPrompt="1"/>
          </p:nvPr>
        </p:nvSpPr>
        <p:spPr>
          <a:xfrm>
            <a:off x="4846320" y="1965960"/>
            <a:ext cx="16002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0,00 €</a:t>
            </a:r>
            <a:endParaRPr lang="en-US" sz="3200" dirty="0"/>
          </a:p>
        </p:txBody>
      </p:sp>
      <p:sp>
        <p:nvSpPr>
          <p:cNvPr id="12" name="Text 0"/>
          <p:cNvSpPr/>
          <p:nvPr>
            <p:ph idx="110" type="body" hasCustomPrompt="1"/>
          </p:nvPr>
        </p:nvSpPr>
        <p:spPr>
          <a:xfrm>
            <a:off x="4846320" y="2743200"/>
            <a:ext cx="16002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 Stück, netto</a:t>
            </a:r>
            <a:endParaRPr lang="en-US" sz="1200" dirty="0"/>
          </a:p>
        </p:txBody>
      </p:sp>
      <p:sp>
        <p:nvSpPr>
          <p:cNvPr id="13" name="Text 0"/>
          <p:cNvSpPr/>
          <p:nvPr>
            <p:ph idx="111" type="body" hasCustomPrompt="1"/>
          </p:nvPr>
        </p:nvSpPr>
        <p:spPr>
          <a:xfrm>
            <a:off x="6949440" y="1554480"/>
            <a:ext cx="1600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10 Stück</a:t>
            </a:r>
            <a:endParaRPr lang="en-US" sz="1400" dirty="0"/>
          </a:p>
        </p:txBody>
      </p:sp>
      <p:sp>
        <p:nvSpPr>
          <p:cNvPr id="14" name="Text 0"/>
          <p:cNvSpPr/>
          <p:nvPr>
            <p:ph idx="112" type="body" hasCustomPrompt="1"/>
          </p:nvPr>
        </p:nvSpPr>
        <p:spPr>
          <a:xfrm>
            <a:off x="6949440" y="1965960"/>
            <a:ext cx="16002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0,00 €</a:t>
            </a:r>
            <a:endParaRPr lang="en-US" sz="3200" dirty="0"/>
          </a:p>
        </p:txBody>
      </p:sp>
      <p:sp>
        <p:nvSpPr>
          <p:cNvPr id="15" name="Text 0"/>
          <p:cNvSpPr/>
          <p:nvPr>
            <p:ph idx="113" type="body" hasCustomPrompt="1"/>
          </p:nvPr>
        </p:nvSpPr>
        <p:spPr>
          <a:xfrm>
            <a:off x="6949440" y="2743200"/>
            <a:ext cx="16002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 Stück, netto</a:t>
            </a:r>
            <a:endParaRPr lang="en-US" sz="1200" dirty="0"/>
          </a:p>
        </p:txBody>
      </p:sp>
      <p:sp>
        <p:nvSpPr>
          <p:cNvPr id="16" name="Text 0"/>
          <p:cNvSpPr/>
          <p:nvPr>
            <p:ph idx="114" type="body" hasCustomPrompt="1"/>
          </p:nvPr>
        </p:nvSpPr>
        <p:spPr>
          <a:xfrm>
            <a:off x="457200" y="3657600"/>
            <a:ext cx="82296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Hinweise zur Staffel</a:t>
            </a:r>
            <a:endParaRPr lang="en-US" sz="1200" dirty="0"/>
          </a:p>
        </p:txBody>
      </p:sp>
      <p:sp>
        <p:nvSpPr>
          <p:cNvPr id="17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1014</a:t>
            </a:fld>
            <a:endParaRPr lang="en-US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ANGEBO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640080" y="3767328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GÜLTIG BIS</a:t>
            </a:r>
            <a:endParaRPr lang="en-US" sz="10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640080" y="3995928"/>
            <a:ext cx="246888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Gültig bis</a:t>
            </a:r>
            <a:endParaRPr lang="en-US" sz="1400" dirty="0"/>
          </a:p>
        </p:txBody>
      </p:sp>
      <p:sp>
        <p:nvSpPr>
          <p:cNvPr id="6" name="Text 1"/>
          <p:cNvSpPr/>
          <p:nvPr/>
        </p:nvSpPr>
        <p:spPr>
          <a:xfrm>
            <a:off x="3383280" y="3767328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LIEFERZEIT</a:t>
            </a:r>
            <a:endParaRPr lang="en-US" sz="1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3383280" y="3995928"/>
            <a:ext cx="246888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Lieferzeit</a:t>
            </a:r>
            <a:endParaRPr lang="en-US" sz="1400" dirty="0"/>
          </a:p>
        </p:txBody>
      </p:sp>
      <p:sp>
        <p:nvSpPr>
          <p:cNvPr id="8" name="Text 2"/>
          <p:cNvSpPr/>
          <p:nvPr/>
        </p:nvSpPr>
        <p:spPr>
          <a:xfrm>
            <a:off x="6126480" y="3767328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ZAHLUNG</a:t>
            </a:r>
            <a:endParaRPr lang="en-US" sz="1000" dirty="0"/>
          </a:p>
        </p:txBody>
      </p:sp>
      <p:sp>
        <p:nvSpPr>
          <p:cNvPr id="9" name="Text 3"/>
          <p:cNvSpPr/>
          <p:nvPr>
            <p:ph idx="107" type="body" hasCustomPrompt="1"/>
          </p:nvPr>
        </p:nvSpPr>
        <p:spPr>
          <a:xfrm>
            <a:off x="6126480" y="3995928"/>
            <a:ext cx="246888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Zahlung</a:t>
            </a:r>
            <a:endParaRPr lang="en-US" sz="1400" dirty="0"/>
          </a:p>
        </p:txBody>
      </p:sp>
      <p:sp>
        <p:nvSpPr>
          <p:cNvPr id="10" name="Text 3"/>
          <p:cNvSpPr/>
          <p:nvPr>
            <p:ph idx="108" type="body" hasCustomPrompt="1"/>
          </p:nvPr>
        </p:nvSpPr>
        <p:spPr>
          <a:xfrm>
            <a:off x="457200" y="4462272"/>
            <a:ext cx="82296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Preise netto zzgl. MwSt.</a:t>
            </a:r>
            <a:endParaRPr lang="en-US" sz="1000" dirty="0"/>
          </a:p>
        </p:txBody>
      </p:sp>
      <p:sp>
        <p:nvSpPr>
          <p:cNvPr id="11" name="Text 3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1015</a:t>
            </a:fld>
            <a:endParaRPr lang="en-US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REFERENZE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914400"/>
            <a:ext cx="713232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Eine Auswahl unserer Kunden</a:t>
            </a:r>
            <a:endParaRPr lang="en-US" sz="1200" dirty="0"/>
          </a:p>
        </p:txBody>
      </p:sp>
      <p:sp>
        <p:nvSpPr>
          <p:cNvPr id="5" name="Text 0"/>
          <p:cNvSpPr/>
          <p:nvPr>
            <p:ph idx="103" type="pic" hasCustomPrompt="1"/>
          </p:nvPr>
        </p:nvSpPr>
        <p:spPr>
          <a:xfrm>
            <a:off x="566928" y="134416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6" name="Text 0"/>
          <p:cNvSpPr/>
          <p:nvPr>
            <p:ph idx="104" type="pic" hasCustomPrompt="1"/>
          </p:nvPr>
        </p:nvSpPr>
        <p:spPr>
          <a:xfrm>
            <a:off x="2670048" y="134416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7" name="Text 0"/>
          <p:cNvSpPr/>
          <p:nvPr>
            <p:ph idx="105" type="pic" hasCustomPrompt="1"/>
          </p:nvPr>
        </p:nvSpPr>
        <p:spPr>
          <a:xfrm>
            <a:off x="4773168" y="134416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8" name="Text 0"/>
          <p:cNvSpPr/>
          <p:nvPr>
            <p:ph idx="106" type="pic" hasCustomPrompt="1"/>
          </p:nvPr>
        </p:nvSpPr>
        <p:spPr>
          <a:xfrm>
            <a:off x="6876288" y="134416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9" name="Text 0"/>
          <p:cNvSpPr/>
          <p:nvPr>
            <p:ph idx="107" type="pic" hasCustomPrompt="1"/>
          </p:nvPr>
        </p:nvSpPr>
        <p:spPr>
          <a:xfrm>
            <a:off x="566928" y="244144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0" name="Text 0"/>
          <p:cNvSpPr/>
          <p:nvPr>
            <p:ph idx="108" type="pic" hasCustomPrompt="1"/>
          </p:nvPr>
        </p:nvSpPr>
        <p:spPr>
          <a:xfrm>
            <a:off x="2670048" y="244144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1" name="Text 0"/>
          <p:cNvSpPr/>
          <p:nvPr>
            <p:ph idx="109" type="pic" hasCustomPrompt="1"/>
          </p:nvPr>
        </p:nvSpPr>
        <p:spPr>
          <a:xfrm>
            <a:off x="4773168" y="244144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2" name="Text 0"/>
          <p:cNvSpPr/>
          <p:nvPr>
            <p:ph idx="110" type="pic" hasCustomPrompt="1"/>
          </p:nvPr>
        </p:nvSpPr>
        <p:spPr>
          <a:xfrm>
            <a:off x="6876288" y="244144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3" name="Text 0"/>
          <p:cNvSpPr/>
          <p:nvPr>
            <p:ph idx="111" type="pic" hasCustomPrompt="1"/>
          </p:nvPr>
        </p:nvSpPr>
        <p:spPr>
          <a:xfrm>
            <a:off x="566928" y="353872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4" name="Text 0"/>
          <p:cNvSpPr/>
          <p:nvPr>
            <p:ph idx="112" type="pic" hasCustomPrompt="1"/>
          </p:nvPr>
        </p:nvSpPr>
        <p:spPr>
          <a:xfrm>
            <a:off x="2670048" y="353872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5" name="Text 0"/>
          <p:cNvSpPr/>
          <p:nvPr>
            <p:ph idx="113" type="pic" hasCustomPrompt="1"/>
          </p:nvPr>
        </p:nvSpPr>
        <p:spPr>
          <a:xfrm>
            <a:off x="4773168" y="353872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6" name="Text 0"/>
          <p:cNvSpPr/>
          <p:nvPr>
            <p:ph idx="114" type="pic" hasCustomPrompt="1"/>
          </p:nvPr>
        </p:nvSpPr>
        <p:spPr>
          <a:xfrm>
            <a:off x="6876288" y="353872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7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1016</a:t>
            </a:fld>
            <a:endParaRPr lang="en-US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REFERENZEN_WAPPE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914400"/>
            <a:ext cx="713232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Eine Auswahl unserer Kunden</a:t>
            </a:r>
            <a:endParaRPr lang="en-US" sz="1200" dirty="0"/>
          </a:p>
        </p:txBody>
      </p:sp>
      <p:sp>
        <p:nvSpPr>
          <p:cNvPr id="5" name="Text 0"/>
          <p:cNvSpPr/>
          <p:nvPr>
            <p:ph idx="103" type="pic" hasCustomPrompt="1"/>
          </p:nvPr>
        </p:nvSpPr>
        <p:spPr>
          <a:xfrm>
            <a:off x="566928" y="1344168"/>
            <a:ext cx="1700784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566928" y="2414016"/>
            <a:ext cx="1700784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Vereinsname</a:t>
            </a:r>
            <a:endParaRPr lang="en-US" sz="1100" dirty="0"/>
          </a:p>
        </p:txBody>
      </p:sp>
      <p:sp>
        <p:nvSpPr>
          <p:cNvPr id="7" name="Text 0"/>
          <p:cNvSpPr/>
          <p:nvPr>
            <p:ph idx="105" type="pic" hasCustomPrompt="1"/>
          </p:nvPr>
        </p:nvSpPr>
        <p:spPr>
          <a:xfrm>
            <a:off x="2670048" y="1344168"/>
            <a:ext cx="1700784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8" name="Text 0"/>
          <p:cNvSpPr/>
          <p:nvPr>
            <p:ph idx="106" type="body" hasCustomPrompt="1"/>
          </p:nvPr>
        </p:nvSpPr>
        <p:spPr>
          <a:xfrm>
            <a:off x="2670048" y="2414016"/>
            <a:ext cx="1700784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Vereinsname</a:t>
            </a:r>
            <a:endParaRPr lang="en-US" sz="1100" dirty="0"/>
          </a:p>
        </p:txBody>
      </p:sp>
      <p:sp>
        <p:nvSpPr>
          <p:cNvPr id="9" name="Text 0"/>
          <p:cNvSpPr/>
          <p:nvPr>
            <p:ph idx="107" type="pic" hasCustomPrompt="1"/>
          </p:nvPr>
        </p:nvSpPr>
        <p:spPr>
          <a:xfrm>
            <a:off x="4773168" y="1344168"/>
            <a:ext cx="1700784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0" name="Text 0"/>
          <p:cNvSpPr/>
          <p:nvPr>
            <p:ph idx="108" type="body" hasCustomPrompt="1"/>
          </p:nvPr>
        </p:nvSpPr>
        <p:spPr>
          <a:xfrm>
            <a:off x="4773168" y="2414016"/>
            <a:ext cx="1700784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Vereinsname</a:t>
            </a:r>
            <a:endParaRPr lang="en-US" sz="1100" dirty="0"/>
          </a:p>
        </p:txBody>
      </p:sp>
      <p:sp>
        <p:nvSpPr>
          <p:cNvPr id="11" name="Text 0"/>
          <p:cNvSpPr/>
          <p:nvPr>
            <p:ph idx="109" type="pic" hasCustomPrompt="1"/>
          </p:nvPr>
        </p:nvSpPr>
        <p:spPr>
          <a:xfrm>
            <a:off x="6876288" y="1344168"/>
            <a:ext cx="1700784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2" name="Text 0"/>
          <p:cNvSpPr/>
          <p:nvPr>
            <p:ph idx="110" type="body" hasCustomPrompt="1"/>
          </p:nvPr>
        </p:nvSpPr>
        <p:spPr>
          <a:xfrm>
            <a:off x="6876288" y="2414016"/>
            <a:ext cx="1700784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Vereinsname</a:t>
            </a:r>
            <a:endParaRPr lang="en-US" sz="1100" dirty="0"/>
          </a:p>
        </p:txBody>
      </p:sp>
      <p:sp>
        <p:nvSpPr>
          <p:cNvPr id="13" name="Text 0"/>
          <p:cNvSpPr/>
          <p:nvPr>
            <p:ph idx="111" type="pic" hasCustomPrompt="1"/>
          </p:nvPr>
        </p:nvSpPr>
        <p:spPr>
          <a:xfrm>
            <a:off x="566928" y="2944368"/>
            <a:ext cx="1700784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4" name="Text 0"/>
          <p:cNvSpPr/>
          <p:nvPr>
            <p:ph idx="112" type="body" hasCustomPrompt="1"/>
          </p:nvPr>
        </p:nvSpPr>
        <p:spPr>
          <a:xfrm>
            <a:off x="566928" y="4014216"/>
            <a:ext cx="1700784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Vereinsname</a:t>
            </a:r>
            <a:endParaRPr lang="en-US" sz="1100" dirty="0"/>
          </a:p>
        </p:txBody>
      </p:sp>
      <p:sp>
        <p:nvSpPr>
          <p:cNvPr id="15" name="Text 0"/>
          <p:cNvSpPr/>
          <p:nvPr>
            <p:ph idx="113" type="pic" hasCustomPrompt="1"/>
          </p:nvPr>
        </p:nvSpPr>
        <p:spPr>
          <a:xfrm>
            <a:off x="2670048" y="2944368"/>
            <a:ext cx="1700784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6" name="Text 0"/>
          <p:cNvSpPr/>
          <p:nvPr>
            <p:ph idx="114" type="body" hasCustomPrompt="1"/>
          </p:nvPr>
        </p:nvSpPr>
        <p:spPr>
          <a:xfrm>
            <a:off x="2670048" y="4014216"/>
            <a:ext cx="1700784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Vereinsname</a:t>
            </a:r>
            <a:endParaRPr lang="en-US" sz="1100" dirty="0"/>
          </a:p>
        </p:txBody>
      </p:sp>
      <p:sp>
        <p:nvSpPr>
          <p:cNvPr id="17" name="Text 0"/>
          <p:cNvSpPr/>
          <p:nvPr>
            <p:ph idx="115" type="pic" hasCustomPrompt="1"/>
          </p:nvPr>
        </p:nvSpPr>
        <p:spPr>
          <a:xfrm>
            <a:off x="4773168" y="2944368"/>
            <a:ext cx="1700784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8" name="Text 0"/>
          <p:cNvSpPr/>
          <p:nvPr>
            <p:ph idx="116" type="body" hasCustomPrompt="1"/>
          </p:nvPr>
        </p:nvSpPr>
        <p:spPr>
          <a:xfrm>
            <a:off x="4773168" y="4014216"/>
            <a:ext cx="1700784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Vereinsname</a:t>
            </a:r>
            <a:endParaRPr lang="en-US" sz="1100" dirty="0"/>
          </a:p>
        </p:txBody>
      </p:sp>
      <p:sp>
        <p:nvSpPr>
          <p:cNvPr id="19" name="Text 0"/>
          <p:cNvSpPr/>
          <p:nvPr>
            <p:ph idx="117" type="pic" hasCustomPrompt="1"/>
          </p:nvPr>
        </p:nvSpPr>
        <p:spPr>
          <a:xfrm>
            <a:off x="6876288" y="2944368"/>
            <a:ext cx="1700784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20" name="Text 0"/>
          <p:cNvSpPr/>
          <p:nvPr>
            <p:ph idx="118" type="body" hasCustomPrompt="1"/>
          </p:nvPr>
        </p:nvSpPr>
        <p:spPr>
          <a:xfrm>
            <a:off x="6876288" y="4014216"/>
            <a:ext cx="1700784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Vereinsname</a:t>
            </a:r>
            <a:endParaRPr lang="en-US" sz="1100" dirty="0"/>
          </a:p>
        </p:txBody>
      </p:sp>
      <p:sp>
        <p:nvSpPr>
          <p:cNvPr id="21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1017</a:t>
            </a:fld>
            <a:endParaRPr lang="en-US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ABSCHLUS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ligh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457200"/>
            <a:ext cx="1463040" cy="804672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371600"/>
            <a:ext cx="484632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Lassen Sie uns starten</a:t>
            </a:r>
            <a:endParaRPr lang="en-US" sz="32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423160"/>
            <a:ext cx="484632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wir als Nächstes gemeinsam tun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pic" hasCustomPrompt="1"/>
          </p:nvPr>
        </p:nvSpPr>
        <p:spPr>
          <a:xfrm>
            <a:off x="548640" y="3154680"/>
            <a:ext cx="960120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Porträt einfügen</a:t>
            </a:r>
            <a:endParaRPr lang="en-US" sz="12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1691640" y="3154680"/>
            <a:ext cx="365760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Vorname Nachname</a:t>
            </a:r>
            <a:endParaRPr lang="en-US" sz="1600" dirty="0"/>
          </a:p>
        </p:txBody>
      </p:sp>
      <p:sp>
        <p:nvSpPr>
          <p:cNvPr id="7" name="Text 0"/>
          <p:cNvSpPr/>
          <p:nvPr>
            <p:ph idx="105" type="body" hasCustomPrompt="1"/>
          </p:nvPr>
        </p:nvSpPr>
        <p:spPr>
          <a:xfrm>
            <a:off x="1691640" y="3474720"/>
            <a:ext cx="3657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Ihr Ansprechpartner</a:t>
            </a:r>
            <a:endParaRPr lang="en-US" sz="1200" dirty="0"/>
          </a:p>
        </p:txBody>
      </p:sp>
      <p:sp>
        <p:nvSpPr>
          <p:cNvPr id="8" name="Text 0"/>
          <p:cNvSpPr/>
          <p:nvPr>
            <p:ph idx="106" type="body" hasCustomPrompt="1"/>
          </p:nvPr>
        </p:nvSpPr>
        <p:spPr>
          <a:xfrm>
            <a:off x="1691640" y="3749040"/>
            <a:ext cx="36576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Telefon · E-Mail</a:t>
            </a:r>
            <a:endParaRPr lang="en-US" sz="1200" dirty="0"/>
          </a:p>
        </p:txBody>
      </p:sp>
      <p:sp>
        <p:nvSpPr>
          <p:cNvPr id="9" name="Text 0"/>
          <p:cNvSpPr/>
          <p:nvPr/>
        </p:nvSpPr>
        <p:spPr>
          <a:xfrm>
            <a:off x="5897880" y="155448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NÄCHSTER SCHRITT</a:t>
            </a:r>
            <a:endParaRPr lang="en-US" sz="1000" dirty="0"/>
          </a:p>
        </p:txBody>
      </p:sp>
      <p:sp>
        <p:nvSpPr>
          <p:cNvPr id="10" name="Text 1"/>
          <p:cNvSpPr/>
          <p:nvPr>
            <p:ph idx="108" type="body" hasCustomPrompt="1"/>
          </p:nvPr>
        </p:nvSpPr>
        <p:spPr>
          <a:xfrm>
            <a:off x="5897880" y="1828800"/>
            <a:ext cx="2560320" cy="12344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jetzt zu tun ist, bis wann</a:t>
            </a:r>
            <a:endParaRPr lang="en-US" sz="1400" dirty="0"/>
          </a:p>
        </p:txBody>
      </p:sp>
      <p:sp>
        <p:nvSpPr>
          <p:cNvPr id="11" name="Text 1"/>
          <p:cNvSpPr/>
          <p:nvPr>
            <p:ph idx="109" type="pic" hasCustomPrompt="1"/>
          </p:nvPr>
        </p:nvSpPr>
        <p:spPr>
          <a:xfrm>
            <a:off x="5897880" y="3200400"/>
            <a:ext cx="9144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QR-Code einfügen</a:t>
            </a:r>
            <a:endParaRPr lang="en-US" sz="1200" dirty="0"/>
          </a:p>
        </p:txBody>
      </p:sp>
      <p:sp>
        <p:nvSpPr>
          <p:cNvPr id="12" name="Text 1"/>
          <p:cNvSpPr/>
          <p:nvPr>
            <p:ph idx="110" type="body" hasCustomPrompt="1"/>
          </p:nvPr>
        </p:nvSpPr>
        <p:spPr>
          <a:xfrm>
            <a:off x="6949440" y="3200400"/>
            <a:ext cx="16002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Anfrage online</a:t>
            </a:r>
            <a:endParaRPr lang="en-US" sz="1200" dirty="0"/>
          </a:p>
        </p:txBody>
      </p:sp>
      <p:sp>
        <p:nvSpPr>
          <p:cNvPr id="13" name="Text 1"/>
          <p:cNvSpPr/>
          <p:nvPr/>
        </p:nvSpPr>
        <p:spPr>
          <a:xfrm>
            <a:off x="54864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jpg"/><Relationship Id="rId3" Type="http://schemas.openxmlformats.org/officeDocument/2006/relationships/image" Target="../media/image-9-3.jpg"/><Relationship Id="rId4" Type="http://schemas.openxmlformats.org/officeDocument/2006/relationships/slideLayout" Target="../slideLayouts/slideLayout13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image" Target="../media/image-12-7.png"/><Relationship Id="rId8" Type="http://schemas.openxmlformats.org/officeDocument/2006/relationships/image" Target="../media/image-12-8.png"/><Relationship Id="rId9" Type="http://schemas.openxmlformats.org/officeDocument/2006/relationships/image" Target="../media/image-12-9.png"/><Relationship Id="rId10" Type="http://schemas.openxmlformats.org/officeDocument/2006/relationships/image" Target="../media/image-12-10.png"/><Relationship Id="rId11" Type="http://schemas.openxmlformats.org/officeDocument/2006/relationships/image" Target="../media/image-12-11.png"/><Relationship Id="rId12" Type="http://schemas.openxmlformats.org/officeDocument/2006/relationships/image" Target="../media/image-12-12.png"/><Relationship Id="rId13" Type="http://schemas.openxmlformats.org/officeDocument/2006/relationships/slideLayout" Target="../slideLayouts/slideLayout16.xml"/><Relationship Id="rId1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2.png"/><Relationship Id="rId4" Type="http://schemas.openxmlformats.org/officeDocument/2006/relationships/image" Target="../media/image-13-2.png"/><Relationship Id="rId5" Type="http://schemas.openxmlformats.org/officeDocument/2006/relationships/image" Target="../media/image-13-2.png"/><Relationship Id="rId6" Type="http://schemas.openxmlformats.org/officeDocument/2006/relationships/image" Target="../media/image-13-2.png"/><Relationship Id="rId7" Type="http://schemas.openxmlformats.org/officeDocument/2006/relationships/image" Target="../media/image-13-2.png"/><Relationship Id="rId8" Type="http://schemas.openxmlformats.org/officeDocument/2006/relationships/image" Target="../media/image-13-2.png"/><Relationship Id="rId9" Type="http://schemas.openxmlformats.org/officeDocument/2006/relationships/image" Target="../media/image-13-2.png"/><Relationship Id="rId10" Type="http://schemas.openxmlformats.org/officeDocument/2006/relationships/image" Target="../media/image-13-2.png"/><Relationship Id="rId11" Type="http://schemas.openxmlformats.org/officeDocument/2006/relationships/image" Target="../media/image-13-2.png"/><Relationship Id="rId12" Type="http://schemas.openxmlformats.org/officeDocument/2006/relationships/image" Target="../media/image-13-2.png"/><Relationship Id="rId13" Type="http://schemas.openxmlformats.org/officeDocument/2006/relationships/slideLayout" Target="../slideLayouts/slideLayout16.xml"/><Relationship Id="rId1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image" Target="../media/image-14-8.png"/><Relationship Id="rId9" Type="http://schemas.openxmlformats.org/officeDocument/2006/relationships/slideLayout" Target="../slideLayouts/slideLayout17.xml"/><Relationship Id="rId10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8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8.xml"/><Relationship Id="rId4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548640" y="1691640"/>
            <a:ext cx="6583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Angebotspräsentation</a:t>
            </a:r>
            <a:endParaRPr lang="en-US" sz="40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548640" y="2926080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Individuell veredelte Textilien für Teams, Vereine und Unternehmen</a:t>
            </a:r>
            <a:endParaRPr lang="en-US" sz="1800" dirty="0"/>
          </a:p>
        </p:txBody>
      </p:sp>
      <p:sp>
        <p:nvSpPr>
          <p:cNvPr id="4" name="Text 0"/>
          <p:cNvSpPr txBox="1"/>
          <p:nvPr>
            <p:ph idx="103" type="body" hasCustomPrompt="1"/>
          </p:nvPr>
        </p:nvSpPr>
        <p:spPr>
          <a:xfrm>
            <a:off x="548640" y="3794760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Angebot für: SV Musterstadt e. V. · Trikotsatz Saison 2027</a:t>
            </a:r>
            <a:endParaRPr lang="en-US" sz="1600" dirty="0"/>
          </a:p>
        </p:txBody>
      </p:sp>
      <p:sp>
        <p:nvSpPr>
          <p:cNvPr id="5" name="Text 0"/>
          <p:cNvSpPr txBox="1"/>
          <p:nvPr>
            <p:ph idx="104" type="body" hasCustomPrompt="1"/>
          </p:nvPr>
        </p:nvSpPr>
        <p:spPr>
          <a:xfrm>
            <a:off x="548640" y="4206240"/>
            <a:ext cx="6583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September 2026 · Angebot Nr. 2026-0815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Agenda</a:t>
            </a:r>
            <a:endParaRPr lang="en-US" sz="28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457200" y="1234440"/>
            <a:ext cx="82296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  </a:t>
            </a:r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Über uns</a:t>
            </a:r>
            <a:endParaRPr lang="en-US" sz="1600" dirty="0"/>
          </a:p>
          <a:p>
            <a:pPr algn="l" indent="0" marL="0">
              <a:spcAft>
                <a:spcPts val="1400"/>
              </a:spcAft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  Wer wir sind und wofür wir stehen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  </a:t>
            </a:r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Leistungen</a:t>
            </a:r>
            <a:endParaRPr lang="en-US" sz="1600" dirty="0"/>
          </a:p>
          <a:p>
            <a:pPr algn="l" indent="0" marL="0">
              <a:spcAft>
                <a:spcPts val="1400"/>
              </a:spcAft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  Verfahren, Textilien und Veredelung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   </a:t>
            </a:r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Ihr Angebot</a:t>
            </a:r>
            <a:endParaRPr lang="en-US" sz="1600" dirty="0"/>
          </a:p>
          <a:p>
            <a:pPr algn="l" indent="0" marL="0">
              <a:spcAft>
                <a:spcPts val="1400"/>
              </a:spcAft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  Textilien, Staffelpreise und Positionen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   </a:t>
            </a:r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Nächste Schritte</a:t>
            </a:r>
            <a:endParaRPr lang="en-US" sz="1600" dirty="0"/>
          </a:p>
          <a:p>
            <a:pPr algn="l" indent="0" marL="0">
              <a:spcAft>
                <a:spcPts val="1400"/>
              </a:spcAft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  Freigabe, Produktion und Lieferung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body" hasCustomPrompt="1"/>
          </p:nvPr>
        </p:nvSpPr>
        <p:spPr>
          <a:xfrm>
            <a:off x="548640" y="1371600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819E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5400" dirty="0"/>
          </a:p>
        </p:txBody>
      </p:sp>
      <p:sp>
        <p:nvSpPr>
          <p:cNvPr id="3" name="Text 0"/>
          <p:cNvSpPr txBox="1"/>
          <p:nvPr>
            <p:ph idx="102" type="title" hasCustomPrompt="1"/>
          </p:nvPr>
        </p:nvSpPr>
        <p:spPr>
          <a:xfrm>
            <a:off x="548640" y="2286000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Über uns</a:t>
            </a:r>
            <a:endParaRPr lang="en-US" sz="3600" dirty="0"/>
          </a:p>
        </p:txBody>
      </p:sp>
      <p:sp>
        <p:nvSpPr>
          <p:cNvPr id="4" name="Text 0"/>
          <p:cNvSpPr txBox="1"/>
          <p:nvPr>
            <p:ph idx="103" type="body" hasCustomPrompt="1"/>
          </p:nvPr>
        </p:nvSpPr>
        <p:spPr>
          <a:xfrm>
            <a:off x="548640" y="3154680"/>
            <a:ext cx="6583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Textilveredelung aus einer Hand: persönlich, schnell und in gleichbleibender Qualität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uns ausmacht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34440"/>
            <a:ext cx="3749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 veredelt Textilien für Unternehmen, Vereine und Events. Vom einzelnen Shirt bis zur kompletten Teamausstattung begleiten wir jedes Projekt persönlich, von der Motividee bis zum fertigen Paket.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743200"/>
            <a:ext cx="37490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Beratung zu Textil, Verfahren und Motiv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Druck und Stickerei im eigenen Haus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Kleine Auflagen ab 1 Stück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Verlässliche Liefertermine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0" y="1234440"/>
            <a:ext cx="196596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800600" y="1508760"/>
            <a:ext cx="365760" cy="0"/>
          </a:xfrm>
          <a:prstGeom prst="line">
            <a:avLst/>
          </a:prstGeom>
          <a:noFill/>
          <a:ln w="38100">
            <a:solidFill>
              <a:srgbClr val="819E7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00600" y="16459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Siebdruck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4800600" y="198424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Kräftige Farben, ideal für größere Auflagen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675120" y="1234440"/>
            <a:ext cx="196596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903720" y="1508760"/>
            <a:ext cx="365760" cy="0"/>
          </a:xfrm>
          <a:prstGeom prst="line">
            <a:avLst/>
          </a:prstGeom>
          <a:noFill/>
          <a:ln w="38100">
            <a:solidFill>
              <a:srgbClr val="819E7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903720" y="16459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Stickerei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903720" y="198424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Hochwertig und langlebig, erste Wahl für Workwear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0" y="2880360"/>
            <a:ext cx="196596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800600" y="3154680"/>
            <a:ext cx="365760" cy="0"/>
          </a:xfrm>
          <a:prstGeom prst="line">
            <a:avLst/>
          </a:prstGeom>
          <a:noFill/>
          <a:ln w="38100">
            <a:solidFill>
              <a:srgbClr val="819E7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800600" y="32918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Express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4800600" y="363016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Kurze Produktionszeiten auf Anfrage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675120" y="2880360"/>
            <a:ext cx="196596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903720" y="3154680"/>
            <a:ext cx="365760" cy="0"/>
          </a:xfrm>
          <a:prstGeom prst="line">
            <a:avLst/>
          </a:prstGeom>
          <a:noFill/>
          <a:ln w="38100">
            <a:solidFill>
              <a:srgbClr val="819E7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903720" y="32918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Qualität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6903720" y="363016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Geprüfte Textilien namhafter Hersteller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hm/sgq6d80d0vq133k7n8dc9bnw0000gn/T/maiershirts-J53Xqh/foto-vollbild-1000x420.jpg">    </p:cNvPr>
          <p:cNvPicPr>
            <a:picLocks noChangeAspect="1"/>
          </p:cNvPicPr>
          <p:nvPr>
            <p:ph idx="100" type="pic" hasCustomPrompt="1"/>
          </p:nvPr>
        </p:nvPicPr>
        <p:blipFill>
          <a:blip r:embed="rId1"/>
          <a:stretch>
            <a:fillRect/>
          </a:stretch>
        </p:blipFill>
        <p:spPr>
          <a:xfrm>
            <a:off x="0" y="0"/>
            <a:ext cx="9144000" cy="3840480"/>
          </a:xfrm>
          <a:prstGeom prst="rect">
            <a:avLst/>
          </a:prstGeom>
        </p:spPr>
      </p:pic>
      <p:sp>
        <p:nvSpPr>
          <p:cNvPr id="3" name="Text 0"/>
          <p:cNvSpPr txBox="1"/>
          <p:nvPr>
            <p:ph idx="102" type="title" hasCustomPrompt="1"/>
          </p:nvPr>
        </p:nvSpPr>
        <p:spPr>
          <a:xfrm>
            <a:off x="548640" y="397764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Ihr Motiv auf dem Textil</a:t>
            </a:r>
            <a:endParaRPr lang="en-US" sz="2400" dirty="0"/>
          </a:p>
        </p:txBody>
      </p:sp>
      <p:sp>
        <p:nvSpPr>
          <p:cNvPr id="4" name="Text 0"/>
          <p:cNvSpPr txBox="1"/>
          <p:nvPr>
            <p:ph idx="103" type="body" hasCustomPrompt="1"/>
          </p:nvPr>
        </p:nvSpPr>
        <p:spPr>
          <a:xfrm>
            <a:off x="548640" y="4480560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Maiershirts-Logo auf Polo-Shirt, Beispiel aus der Produktion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Zahlen, die für uns sprechen</a:t>
            </a:r>
            <a:endParaRPr lang="en-US" sz="28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685800" y="155448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1.200+</a:t>
            </a:r>
            <a:endParaRPr lang="en-US" sz="4400" dirty="0"/>
          </a:p>
        </p:txBody>
      </p:sp>
      <p:sp>
        <p:nvSpPr>
          <p:cNvPr id="4" name="Text 0"/>
          <p:cNvSpPr txBox="1"/>
          <p:nvPr>
            <p:ph idx="103" type="body" hasCustomPrompt="1"/>
          </p:nvPr>
        </p:nvSpPr>
        <p:spPr>
          <a:xfrm>
            <a:off x="685800" y="246888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Projekte pro Jahr</a:t>
            </a:r>
            <a:endParaRPr lang="en-US" sz="1600" dirty="0"/>
          </a:p>
        </p:txBody>
      </p:sp>
      <p:sp>
        <p:nvSpPr>
          <p:cNvPr id="5" name="Text 0"/>
          <p:cNvSpPr txBox="1"/>
          <p:nvPr>
            <p:ph idx="104" type="body" hasCustomPrompt="1"/>
          </p:nvPr>
        </p:nvSpPr>
        <p:spPr>
          <a:xfrm>
            <a:off x="685800" y="30632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Beispielwert</a:t>
            </a:r>
            <a:endParaRPr lang="en-US" sz="1200" dirty="0"/>
          </a:p>
        </p:txBody>
      </p:sp>
      <p:sp>
        <p:nvSpPr>
          <p:cNvPr id="6" name="Text 0"/>
          <p:cNvSpPr txBox="1"/>
          <p:nvPr>
            <p:ph idx="105" type="body" hasCustomPrompt="1"/>
          </p:nvPr>
        </p:nvSpPr>
        <p:spPr>
          <a:xfrm>
            <a:off x="3474720" y="155448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48 h</a:t>
            </a:r>
            <a:endParaRPr lang="en-US" sz="4400" dirty="0"/>
          </a:p>
        </p:txBody>
      </p:sp>
      <p:sp>
        <p:nvSpPr>
          <p:cNvPr id="7" name="Text 0"/>
          <p:cNvSpPr txBox="1"/>
          <p:nvPr>
            <p:ph idx="106" type="body" hasCustomPrompt="1"/>
          </p:nvPr>
        </p:nvSpPr>
        <p:spPr>
          <a:xfrm>
            <a:off x="3474720" y="246888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bis zum Angebot</a:t>
            </a:r>
            <a:endParaRPr lang="en-US" sz="1600" dirty="0"/>
          </a:p>
        </p:txBody>
      </p:sp>
      <p:sp>
        <p:nvSpPr>
          <p:cNvPr id="8" name="Text 0"/>
          <p:cNvSpPr txBox="1"/>
          <p:nvPr>
            <p:ph idx="107" type="body" hasCustomPrompt="1"/>
          </p:nvPr>
        </p:nvSpPr>
        <p:spPr>
          <a:xfrm>
            <a:off x="3474720" y="30632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Beispielwert</a:t>
            </a:r>
            <a:endParaRPr lang="en-US" sz="1200" dirty="0"/>
          </a:p>
        </p:txBody>
      </p:sp>
      <p:sp>
        <p:nvSpPr>
          <p:cNvPr id="9" name="Text 0"/>
          <p:cNvSpPr txBox="1"/>
          <p:nvPr>
            <p:ph idx="108" type="body" hasCustomPrompt="1"/>
          </p:nvPr>
        </p:nvSpPr>
        <p:spPr>
          <a:xfrm>
            <a:off x="6263640" y="155448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98 %</a:t>
            </a:r>
            <a:endParaRPr lang="en-US" sz="4400" dirty="0"/>
          </a:p>
        </p:txBody>
      </p:sp>
      <p:sp>
        <p:nvSpPr>
          <p:cNvPr id="10" name="Text 0"/>
          <p:cNvSpPr txBox="1"/>
          <p:nvPr>
            <p:ph idx="109" type="body" hasCustomPrompt="1"/>
          </p:nvPr>
        </p:nvSpPr>
        <p:spPr>
          <a:xfrm>
            <a:off x="6263640" y="246888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Wiederkehrende Kunden</a:t>
            </a:r>
            <a:endParaRPr lang="en-US" sz="1600" dirty="0"/>
          </a:p>
        </p:txBody>
      </p:sp>
      <p:sp>
        <p:nvSpPr>
          <p:cNvPr id="11" name="Text 0"/>
          <p:cNvSpPr txBox="1"/>
          <p:nvPr>
            <p:ph idx="110" type="body" hasCustomPrompt="1"/>
          </p:nvPr>
        </p:nvSpPr>
        <p:spPr>
          <a:xfrm>
            <a:off x="6263640" y="30632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Beispielwert</a:t>
            </a:r>
            <a:endParaRPr lang="en-US" sz="1200" dirty="0"/>
          </a:p>
        </p:txBody>
      </p:sp>
      <p:sp>
        <p:nvSpPr>
          <p:cNvPr id="12" name="Text 0"/>
          <p:cNvSpPr txBox="1"/>
          <p:nvPr>
            <p:ph idx="111" type="body" hasCustomPrompt="1"/>
          </p:nvPr>
        </p:nvSpPr>
        <p:spPr>
          <a:xfrm>
            <a:off x="457200" y="3886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Alle Werte sind Platzhalter und werden vor Verwendung durch echte Kennzahlen ersetzt.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 läuft ein Auftrag ab</a:t>
            </a:r>
            <a:endParaRPr lang="en-US" sz="2800" dirty="0"/>
          </a:p>
        </p:txBody>
      </p:sp>
      <p:sp>
        <p:nvSpPr>
          <p:cNvPr id="3" name="Text 1"/>
          <p:cNvSpPr txBox="1"/>
          <p:nvPr>
            <p:ph idx="103" type="body" hasCustomPrompt="1"/>
          </p:nvPr>
        </p:nvSpPr>
        <p:spPr>
          <a:xfrm>
            <a:off x="45720" y="27432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Anfrage</a:t>
            </a:r>
            <a:endParaRPr lang="en-US" sz="1600" dirty="0"/>
          </a:p>
        </p:txBody>
      </p:sp>
      <p:sp>
        <p:nvSpPr>
          <p:cNvPr id="4" name="Text 1"/>
          <p:cNvSpPr txBox="1"/>
          <p:nvPr>
            <p:ph idx="104" type="body" hasCustomPrompt="1"/>
          </p:nvPr>
        </p:nvSpPr>
        <p:spPr>
          <a:xfrm>
            <a:off x="45720" y="310896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Textil, Menge und Motiv per Mail oder Telefon</a:t>
            </a:r>
            <a:endParaRPr lang="en-US" sz="1200" dirty="0"/>
          </a:p>
        </p:txBody>
      </p:sp>
      <p:sp>
        <p:nvSpPr>
          <p:cNvPr id="5" name="Text 2"/>
          <p:cNvSpPr txBox="1"/>
          <p:nvPr>
            <p:ph idx="106" type="body" hasCustomPrompt="1"/>
          </p:nvPr>
        </p:nvSpPr>
        <p:spPr>
          <a:xfrm>
            <a:off x="2148840" y="27432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Angebot</a:t>
            </a:r>
            <a:endParaRPr lang="en-US" sz="1600" dirty="0"/>
          </a:p>
        </p:txBody>
      </p:sp>
      <p:sp>
        <p:nvSpPr>
          <p:cNvPr id="6" name="Text 2"/>
          <p:cNvSpPr txBox="1"/>
          <p:nvPr>
            <p:ph idx="107" type="body" hasCustomPrompt="1"/>
          </p:nvPr>
        </p:nvSpPr>
        <p:spPr>
          <a:xfrm>
            <a:off x="2148840" y="310896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Angebot aus Lexware innerhalb von 48 Stunden</a:t>
            </a:r>
            <a:endParaRPr lang="en-US" sz="1200" dirty="0"/>
          </a:p>
        </p:txBody>
      </p:sp>
      <p:sp>
        <p:nvSpPr>
          <p:cNvPr id="7" name="Text 3"/>
          <p:cNvSpPr txBox="1"/>
          <p:nvPr>
            <p:ph idx="109" type="body" hasCustomPrompt="1"/>
          </p:nvPr>
        </p:nvSpPr>
        <p:spPr>
          <a:xfrm>
            <a:off x="4251960" y="27432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Produktion</a:t>
            </a:r>
            <a:endParaRPr lang="en-US" sz="1600" dirty="0"/>
          </a:p>
        </p:txBody>
      </p:sp>
      <p:sp>
        <p:nvSpPr>
          <p:cNvPr id="8" name="Text 3"/>
          <p:cNvSpPr txBox="1"/>
          <p:nvPr>
            <p:ph idx="110" type="body" hasCustomPrompt="1"/>
          </p:nvPr>
        </p:nvSpPr>
        <p:spPr>
          <a:xfrm>
            <a:off x="4251960" y="310896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Druck oder Stickerei nach Ihrer Freigabe</a:t>
            </a:r>
            <a:endParaRPr lang="en-US" sz="1200" dirty="0"/>
          </a:p>
        </p:txBody>
      </p:sp>
      <p:sp>
        <p:nvSpPr>
          <p:cNvPr id="9" name="Text 4"/>
          <p:cNvSpPr txBox="1"/>
          <p:nvPr>
            <p:ph idx="112" type="body" hasCustomPrompt="1"/>
          </p:nvPr>
        </p:nvSpPr>
        <p:spPr>
          <a:xfrm>
            <a:off x="6355080" y="27432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Lieferung</a:t>
            </a:r>
            <a:endParaRPr lang="en-US" sz="1600" dirty="0"/>
          </a:p>
        </p:txBody>
      </p:sp>
      <p:sp>
        <p:nvSpPr>
          <p:cNvPr id="10" name="Text 4"/>
          <p:cNvSpPr txBox="1"/>
          <p:nvPr>
            <p:ph idx="113" type="body" hasCustomPrompt="1"/>
          </p:nvPr>
        </p:nvSpPr>
        <p:spPr>
          <a:xfrm>
            <a:off x="6355080" y="310896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Versand oder Abholung zum Wunschtermin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Vier Verfahren, ein Anspruch</a:t>
            </a:r>
            <a:endParaRPr lang="en-US" sz="28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457200" y="91440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Ehrlich mit Stärken und Grenzen, damit Ihr Motiv da landet, wo es am besten sitzt.</a:t>
            </a:r>
            <a:endParaRPr lang="en-US" sz="1200" dirty="0"/>
          </a:p>
        </p:txBody>
      </p:sp>
      <p:sp>
        <p:nvSpPr>
          <p:cNvPr id="4" name="Text 1"/>
          <p:cNvSpPr txBox="1"/>
          <p:nvPr>
            <p:ph idx="104" type="body" hasCustomPrompt="1"/>
          </p:nvPr>
        </p:nvSpPr>
        <p:spPr>
          <a:xfrm>
            <a:off x="621792" y="160020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Digitaldruck</a:t>
            </a:r>
            <a:endParaRPr lang="en-US" sz="1600" dirty="0"/>
          </a:p>
        </p:txBody>
      </p:sp>
      <p:sp>
        <p:nvSpPr>
          <p:cNvPr id="5" name="Text 1"/>
          <p:cNvSpPr txBox="1"/>
          <p:nvPr>
            <p:ph idx="105" type="body" hasCustomPrompt="1"/>
          </p:nvPr>
        </p:nvSpPr>
        <p:spPr>
          <a:xfrm>
            <a:off x="621792" y="1938528"/>
            <a:ext cx="1645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Fotos, viele Farben, Namen und Nummern. Kleine Mengen, gemischte Größen, fast jedes Material.</a:t>
            </a:r>
            <a:endParaRPr lang="en-US" sz="1200" dirty="0"/>
          </a:p>
        </p:txBody>
      </p:sp>
      <p:sp>
        <p:nvSpPr>
          <p:cNvPr id="6" name="Text 2"/>
          <p:cNvSpPr txBox="1"/>
          <p:nvPr>
            <p:ph idx="107" type="body" hasCustomPrompt="1"/>
          </p:nvPr>
        </p:nvSpPr>
        <p:spPr>
          <a:xfrm>
            <a:off x="1261872" y="3090672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bis 60 °C</a:t>
            </a:r>
            <a:endParaRPr lang="en-US" sz="1200" dirty="0"/>
          </a:p>
        </p:txBody>
      </p:sp>
      <p:sp>
        <p:nvSpPr>
          <p:cNvPr id="7" name="Text 3"/>
          <p:cNvSpPr txBox="1"/>
          <p:nvPr>
            <p:ph idx="109" type="body" hasCustomPrompt="1"/>
          </p:nvPr>
        </p:nvSpPr>
        <p:spPr>
          <a:xfrm>
            <a:off x="1261872" y="3419856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 Stück</a:t>
            </a:r>
            <a:endParaRPr lang="en-US" sz="1200" dirty="0"/>
          </a:p>
        </p:txBody>
      </p:sp>
      <p:sp>
        <p:nvSpPr>
          <p:cNvPr id="8" name="Text 4"/>
          <p:cNvSpPr txBox="1"/>
          <p:nvPr>
            <p:ph idx="111" type="body" hasCustomPrompt="1"/>
          </p:nvPr>
        </p:nvSpPr>
        <p:spPr>
          <a:xfrm>
            <a:off x="1261872" y="374904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Vollfarbe</a:t>
            </a:r>
            <a:endParaRPr lang="en-US" sz="1200" dirty="0"/>
          </a:p>
        </p:txBody>
      </p:sp>
      <p:sp>
        <p:nvSpPr>
          <p:cNvPr id="9" name="Text 5"/>
          <p:cNvSpPr txBox="1"/>
          <p:nvPr>
            <p:ph idx="113" type="body" hasCustomPrompt="1"/>
          </p:nvPr>
        </p:nvSpPr>
        <p:spPr>
          <a:xfrm>
            <a:off x="2724912" y="160020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Siebdrucktransfer</a:t>
            </a:r>
            <a:endParaRPr lang="en-US" sz="1600" dirty="0"/>
          </a:p>
        </p:txBody>
      </p:sp>
      <p:sp>
        <p:nvSpPr>
          <p:cNvPr id="10" name="Text 5"/>
          <p:cNvSpPr txBox="1"/>
          <p:nvPr>
            <p:ph idx="114" type="body" hasCustomPrompt="1"/>
          </p:nvPr>
        </p:nvSpPr>
        <p:spPr>
          <a:xfrm>
            <a:off x="2724912" y="1938528"/>
            <a:ext cx="1645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Serien mit gleichem Motiv: Team-, Vereins- und Workwear. Exaktes Farb-Match, lagerbar für Nachbestellungen.</a:t>
            </a:r>
            <a:endParaRPr lang="en-US" sz="1200" dirty="0"/>
          </a:p>
        </p:txBody>
      </p:sp>
      <p:sp>
        <p:nvSpPr>
          <p:cNvPr id="11" name="Text 6"/>
          <p:cNvSpPr txBox="1"/>
          <p:nvPr>
            <p:ph idx="116" type="body" hasCustomPrompt="1"/>
          </p:nvPr>
        </p:nvSpPr>
        <p:spPr>
          <a:xfrm>
            <a:off x="3364992" y="3090672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50+ Wäschen</a:t>
            </a:r>
            <a:endParaRPr lang="en-US" sz="1200" dirty="0"/>
          </a:p>
        </p:txBody>
      </p:sp>
      <p:sp>
        <p:nvSpPr>
          <p:cNvPr id="12" name="Text 7"/>
          <p:cNvSpPr txBox="1"/>
          <p:nvPr>
            <p:ph idx="118" type="body" hasCustomPrompt="1"/>
          </p:nvPr>
        </p:nvSpPr>
        <p:spPr>
          <a:xfrm>
            <a:off x="3364992" y="3419856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25 Stück</a:t>
            </a:r>
            <a:endParaRPr lang="en-US" sz="1200" dirty="0"/>
          </a:p>
        </p:txBody>
      </p:sp>
      <p:sp>
        <p:nvSpPr>
          <p:cNvPr id="13" name="Text 8"/>
          <p:cNvSpPr txBox="1"/>
          <p:nvPr>
            <p:ph idx="120" type="body" hasCustomPrompt="1"/>
          </p:nvPr>
        </p:nvSpPr>
        <p:spPr>
          <a:xfrm>
            <a:off x="3364992" y="374904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Sonderfarben</a:t>
            </a:r>
            <a:endParaRPr lang="en-US" sz="1200" dirty="0"/>
          </a:p>
        </p:txBody>
      </p:sp>
      <p:sp>
        <p:nvSpPr>
          <p:cNvPr id="14" name="Text 9"/>
          <p:cNvSpPr txBox="1"/>
          <p:nvPr>
            <p:ph idx="122" type="body" hasCustomPrompt="1"/>
          </p:nvPr>
        </p:nvSpPr>
        <p:spPr>
          <a:xfrm>
            <a:off x="4828032" y="160020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Spezialtransfer</a:t>
            </a:r>
            <a:endParaRPr lang="en-US" sz="1600" dirty="0"/>
          </a:p>
        </p:txBody>
      </p:sp>
      <p:sp>
        <p:nvSpPr>
          <p:cNvPr id="15" name="Text 9"/>
          <p:cNvSpPr txBox="1"/>
          <p:nvPr>
            <p:ph idx="123" type="body" hasCustomPrompt="1"/>
          </p:nvPr>
        </p:nvSpPr>
        <p:spPr>
          <a:xfrm>
            <a:off x="4828032" y="1938528"/>
            <a:ext cx="1645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Berufskleidung mit Industriewäsche: Handwerk, Pflege, Gastro. Übersteht, wo normale Drucke versagen.</a:t>
            </a:r>
            <a:endParaRPr lang="en-US" sz="1200" dirty="0"/>
          </a:p>
        </p:txBody>
      </p:sp>
      <p:sp>
        <p:nvSpPr>
          <p:cNvPr id="16" name="Text 10"/>
          <p:cNvSpPr txBox="1"/>
          <p:nvPr>
            <p:ph idx="125" type="body" hasCustomPrompt="1"/>
          </p:nvPr>
        </p:nvSpPr>
        <p:spPr>
          <a:xfrm>
            <a:off x="5468112" y="3090672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bis 90 °C</a:t>
            </a:r>
            <a:endParaRPr lang="en-US" sz="1200" dirty="0"/>
          </a:p>
        </p:txBody>
      </p:sp>
      <p:sp>
        <p:nvSpPr>
          <p:cNvPr id="17" name="Text 11"/>
          <p:cNvSpPr txBox="1"/>
          <p:nvPr>
            <p:ph idx="127" type="body" hasCustomPrompt="1"/>
          </p:nvPr>
        </p:nvSpPr>
        <p:spPr>
          <a:xfrm>
            <a:off x="5468112" y="3419856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50 Stück</a:t>
            </a:r>
            <a:endParaRPr lang="en-US" sz="1200" dirty="0"/>
          </a:p>
        </p:txBody>
      </p:sp>
      <p:sp>
        <p:nvSpPr>
          <p:cNvPr id="18" name="Text 12"/>
          <p:cNvSpPr txBox="1"/>
          <p:nvPr>
            <p:ph idx="129" type="body" hasCustomPrompt="1"/>
          </p:nvPr>
        </p:nvSpPr>
        <p:spPr>
          <a:xfrm>
            <a:off x="5468112" y="374904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Vollton</a:t>
            </a:r>
            <a:endParaRPr lang="en-US" sz="1200" dirty="0"/>
          </a:p>
        </p:txBody>
      </p:sp>
      <p:sp>
        <p:nvSpPr>
          <p:cNvPr id="19" name="Text 13"/>
          <p:cNvSpPr txBox="1"/>
          <p:nvPr>
            <p:ph idx="131" type="body" hasCustomPrompt="1"/>
          </p:nvPr>
        </p:nvSpPr>
        <p:spPr>
          <a:xfrm>
            <a:off x="6931152" y="160020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Stickerei</a:t>
            </a:r>
            <a:endParaRPr lang="en-US" sz="1600" dirty="0"/>
          </a:p>
        </p:txBody>
      </p:sp>
      <p:sp>
        <p:nvSpPr>
          <p:cNvPr id="20" name="Text 13"/>
          <p:cNvSpPr txBox="1"/>
          <p:nvPr>
            <p:ph idx="132" type="body" hasCustomPrompt="1"/>
          </p:nvPr>
        </p:nvSpPr>
        <p:spPr>
          <a:xfrm>
            <a:off x="6931152" y="1938528"/>
            <a:ext cx="1645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Polos, Caps, Jacken und Workwear. Edler, erhabener Look für Logos. Schrift ab ca. 6 mm Höhe.</a:t>
            </a:r>
            <a:endParaRPr lang="en-US" sz="1200" dirty="0"/>
          </a:p>
        </p:txBody>
      </p:sp>
      <p:sp>
        <p:nvSpPr>
          <p:cNvPr id="21" name="Text 14"/>
          <p:cNvSpPr txBox="1"/>
          <p:nvPr>
            <p:ph idx="134" type="body" hasCustomPrompt="1"/>
          </p:nvPr>
        </p:nvSpPr>
        <p:spPr>
          <a:xfrm>
            <a:off x="7571232" y="3090672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bis 95 °C</a:t>
            </a:r>
            <a:endParaRPr lang="en-US" sz="1200" dirty="0"/>
          </a:p>
        </p:txBody>
      </p:sp>
      <p:sp>
        <p:nvSpPr>
          <p:cNvPr id="22" name="Text 15"/>
          <p:cNvSpPr txBox="1"/>
          <p:nvPr>
            <p:ph idx="136" type="body" hasCustomPrompt="1"/>
          </p:nvPr>
        </p:nvSpPr>
        <p:spPr>
          <a:xfrm>
            <a:off x="7571232" y="3419856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 Stück</a:t>
            </a:r>
            <a:endParaRPr lang="en-US" sz="1200" dirty="0"/>
          </a:p>
        </p:txBody>
      </p:sp>
      <p:sp>
        <p:nvSpPr>
          <p:cNvPr id="23" name="Text 16"/>
          <p:cNvSpPr txBox="1"/>
          <p:nvPr>
            <p:ph idx="138" type="body" hasCustomPrompt="1"/>
          </p:nvPr>
        </p:nvSpPr>
        <p:spPr>
          <a:xfrm>
            <a:off x="7571232" y="374904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Garnfarben</a:t>
            </a:r>
            <a:endParaRPr lang="en-US" sz="1200" dirty="0"/>
          </a:p>
        </p:txBody>
      </p:sp>
      <p:sp>
        <p:nvSpPr>
          <p:cNvPr id="24" name="Text 16"/>
          <p:cNvSpPr txBox="1"/>
          <p:nvPr>
            <p:ph idx="139" type="body" hasCustomPrompt="1"/>
          </p:nvPr>
        </p:nvSpPr>
        <p:spPr>
          <a:xfrm>
            <a:off x="457200" y="425196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Kurz entschieden: </a:t>
            </a:r>
            <a:pPr algn="l" indent="0" marL="0">
              <a:buNone/>
            </a:pPr>
            <a:r>
              <a: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und viele Farben → Digitaldruck · Exakte Farbe in Serie → Siebdrucktransfer · Industriewäsche → Spezialtransfer · Edler Logo-Look → Stickerei. Auf Anfrage: Sublimation und Siebdruck direkt.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Textilien für Ihr Projekt</a:t>
            </a:r>
            <a:endParaRPr lang="en-US" sz="2800" dirty="0"/>
          </a:p>
        </p:txBody>
      </p:sp>
      <p:pic>
        <p:nvPicPr>
          <p:cNvPr id="3" name="Image 0" descr="/var/folders/hm/sgq6d80d0vq133k7n8dc9bnw0000gn/T/maiershirts-J53Xqh/foto-textil-1-290x190.jpg">    </p:cNvPr>
          <p:cNvPicPr>
            <a:picLocks noChangeAspect="1"/>
          </p:cNvPicPr>
          <p:nvPr>
            <p:ph idx="102" type="pic" hasCustomPrompt="1"/>
          </p:nvPr>
        </p:nvPicPr>
        <p:blipFill>
          <a:blip r:embed="rId1"/>
          <a:stretch>
            <a:fillRect/>
          </a:stretch>
        </p:blipFill>
        <p:spPr>
          <a:xfrm>
            <a:off x="457200" y="1234440"/>
            <a:ext cx="2651760" cy="1737360"/>
          </a:xfrm>
          <a:prstGeom prst="rect">
            <a:avLst/>
          </a:prstGeom>
        </p:spPr>
      </p:pic>
      <p:sp>
        <p:nvSpPr>
          <p:cNvPr id="4" name="Text 0"/>
          <p:cNvSpPr txBox="1"/>
          <p:nvPr>
            <p:ph idx="103" type="body" hasCustomPrompt="1"/>
          </p:nvPr>
        </p:nvSpPr>
        <p:spPr>
          <a:xfrm>
            <a:off x="457200" y="306324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Polo-Shirt Piqué</a:t>
            </a:r>
            <a:endParaRPr lang="en-US" sz="1600" dirty="0"/>
          </a:p>
        </p:txBody>
      </p:sp>
      <p:sp>
        <p:nvSpPr>
          <p:cNvPr id="5" name="Text 0"/>
          <p:cNvSpPr txBox="1"/>
          <p:nvPr>
            <p:ph idx="104" type="body" hasCustomPrompt="1"/>
          </p:nvPr>
        </p:nvSpPr>
        <p:spPr>
          <a:xfrm>
            <a:off x="457200" y="338328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Kariban Piqué · 220 g/m²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Farben · S bis 4XL</a:t>
            </a:r>
            <a:endParaRPr lang="en-US" sz="1200" dirty="0"/>
          </a:p>
        </p:txBody>
      </p:sp>
      <p:sp>
        <p:nvSpPr>
          <p:cNvPr id="6" name="Text 0"/>
          <p:cNvSpPr txBox="1"/>
          <p:nvPr>
            <p:ph idx="105" type="body" hasCustomPrompt="1"/>
          </p:nvPr>
        </p:nvSpPr>
        <p:spPr>
          <a:xfrm>
            <a:off x="457200" y="406908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17,50 €</a:t>
            </a:r>
            <a:endParaRPr lang="en-US" sz="1600" dirty="0"/>
          </a:p>
        </p:txBody>
      </p:sp>
      <p:pic>
        <p:nvPicPr>
          <p:cNvPr id="7" name="Image 1" descr="/var/folders/hm/sgq6d80d0vq133k7n8dc9bnw0000gn/T/maiershirts-J53Xqh/foto-textil-2-290x190.jpg">    </p:cNvPr>
          <p:cNvPicPr>
            <a:picLocks noChangeAspect="1"/>
          </p:cNvPicPr>
          <p:nvPr>
            <p:ph idx="106" type="pic" hasCustomPrompt="1"/>
          </p:nvPr>
        </p:nvPicPr>
        <p:blipFill>
          <a:blip r:embed="rId2"/>
          <a:stretch>
            <a:fillRect/>
          </a:stretch>
        </p:blipFill>
        <p:spPr>
          <a:xfrm>
            <a:off x="3246120" y="1234440"/>
            <a:ext cx="2651760" cy="1737360"/>
          </a:xfrm>
          <a:prstGeom prst="rect">
            <a:avLst/>
          </a:prstGeom>
        </p:spPr>
      </p:pic>
      <p:sp>
        <p:nvSpPr>
          <p:cNvPr id="8" name="Text 0"/>
          <p:cNvSpPr txBox="1"/>
          <p:nvPr>
            <p:ph idx="107" type="body" hasCustomPrompt="1"/>
          </p:nvPr>
        </p:nvSpPr>
        <p:spPr>
          <a:xfrm>
            <a:off x="3246120" y="306324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Cap</a:t>
            </a:r>
            <a:endParaRPr lang="en-US" sz="1600" dirty="0"/>
          </a:p>
        </p:txBody>
      </p:sp>
      <p:sp>
        <p:nvSpPr>
          <p:cNvPr id="9" name="Text 0"/>
          <p:cNvSpPr txBox="1"/>
          <p:nvPr>
            <p:ph idx="108" type="body" hasCustomPrompt="1"/>
          </p:nvPr>
        </p:nvSpPr>
        <p:spPr>
          <a:xfrm>
            <a:off x="3246120" y="338328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Beechfield Original · 6 Panel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 Farben · Einheitsgröße</a:t>
            </a:r>
            <a:endParaRPr lang="en-US" sz="1200" dirty="0"/>
          </a:p>
        </p:txBody>
      </p:sp>
      <p:sp>
        <p:nvSpPr>
          <p:cNvPr id="10" name="Text 0"/>
          <p:cNvSpPr txBox="1"/>
          <p:nvPr>
            <p:ph idx="109" type="body" hasCustomPrompt="1"/>
          </p:nvPr>
        </p:nvSpPr>
        <p:spPr>
          <a:xfrm>
            <a:off x="3246120" y="406908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12,90 €</a:t>
            </a:r>
            <a:endParaRPr lang="en-US" sz="1600" dirty="0"/>
          </a:p>
        </p:txBody>
      </p:sp>
      <p:pic>
        <p:nvPicPr>
          <p:cNvPr id="11" name="Image 2" descr="/var/folders/hm/sgq6d80d0vq133k7n8dc9bnw0000gn/T/maiershirts-J53Xqh/foto-textil-3-290x190.jpg">    </p:cNvPr>
          <p:cNvPicPr>
            <a:picLocks noChangeAspect="1"/>
          </p:cNvPicPr>
          <p:nvPr>
            <p:ph idx="110" type="pic" hasCustomPrompt="1"/>
          </p:nvPr>
        </p:nvPicPr>
        <p:blipFill>
          <a:blip r:embed="rId3"/>
          <a:stretch>
            <a:fillRect/>
          </a:stretch>
        </p:blipFill>
        <p:spPr>
          <a:xfrm>
            <a:off x="6035040" y="1234440"/>
            <a:ext cx="2651760" cy="1737360"/>
          </a:xfrm>
          <a:prstGeom prst="rect">
            <a:avLst/>
          </a:prstGeom>
        </p:spPr>
      </p:pic>
      <p:sp>
        <p:nvSpPr>
          <p:cNvPr id="12" name="Text 0"/>
          <p:cNvSpPr txBox="1"/>
          <p:nvPr>
            <p:ph idx="111" type="body" hasCustomPrompt="1"/>
          </p:nvPr>
        </p:nvSpPr>
        <p:spPr>
          <a:xfrm>
            <a:off x="6035040" y="306324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Hoodie Bio</a:t>
            </a:r>
            <a:endParaRPr lang="en-US" sz="1600" dirty="0"/>
          </a:p>
        </p:txBody>
      </p:sp>
      <p:sp>
        <p:nvSpPr>
          <p:cNvPr id="13" name="Text 0"/>
          <p:cNvSpPr txBox="1"/>
          <p:nvPr>
            <p:ph idx="112" type="body" hasCustomPrompt="1"/>
          </p:nvPr>
        </p:nvSpPr>
        <p:spPr>
          <a:xfrm>
            <a:off x="6035040" y="338328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Stanley/Stella Cruiser · 350 g/m²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 Farben · XS bis 3XL</a:t>
            </a:r>
            <a:endParaRPr lang="en-US" sz="1200" dirty="0"/>
          </a:p>
        </p:txBody>
      </p:sp>
      <p:sp>
        <p:nvSpPr>
          <p:cNvPr id="14" name="Text 0"/>
          <p:cNvSpPr txBox="1"/>
          <p:nvPr>
            <p:ph idx="113" type="body" hasCustomPrompt="1"/>
          </p:nvPr>
        </p:nvSpPr>
        <p:spPr>
          <a:xfrm>
            <a:off x="6035040" y="406908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29,90 €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Preisstaffel T-Shirt, Brustdruck 1-farbig</a:t>
            </a:r>
            <a:endParaRPr lang="en-US" sz="28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640080" y="155448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10 Stück</a:t>
            </a:r>
            <a:endParaRPr lang="en-US" sz="1400" dirty="0"/>
          </a:p>
        </p:txBody>
      </p:sp>
      <p:sp>
        <p:nvSpPr>
          <p:cNvPr id="4" name="Text 0"/>
          <p:cNvSpPr txBox="1"/>
          <p:nvPr>
            <p:ph idx="103" type="body" hasCustomPrompt="1"/>
          </p:nvPr>
        </p:nvSpPr>
        <p:spPr>
          <a:xfrm>
            <a:off x="640080" y="196596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14,90 €</a:t>
            </a:r>
            <a:endParaRPr lang="en-US" sz="3200" dirty="0"/>
          </a:p>
        </p:txBody>
      </p:sp>
      <p:sp>
        <p:nvSpPr>
          <p:cNvPr id="5" name="Text 0"/>
          <p:cNvSpPr txBox="1"/>
          <p:nvPr>
            <p:ph idx="104" type="body" hasCustomPrompt="1"/>
          </p:nvPr>
        </p:nvSpPr>
        <p:spPr>
          <a:xfrm>
            <a:off x="640080" y="274320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 Stück, netto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inkl. Textil und Druck</a:t>
            </a:r>
            <a:endParaRPr lang="en-US" sz="1200" dirty="0"/>
          </a:p>
        </p:txBody>
      </p:sp>
      <p:sp>
        <p:nvSpPr>
          <p:cNvPr id="6" name="Text 0"/>
          <p:cNvSpPr txBox="1"/>
          <p:nvPr>
            <p:ph idx="105" type="body" hasCustomPrompt="1"/>
          </p:nvPr>
        </p:nvSpPr>
        <p:spPr>
          <a:xfrm>
            <a:off x="2743200" y="155448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25 Stück</a:t>
            </a:r>
            <a:endParaRPr lang="en-US" sz="1400" dirty="0"/>
          </a:p>
        </p:txBody>
      </p:sp>
      <p:sp>
        <p:nvSpPr>
          <p:cNvPr id="7" name="Text 0"/>
          <p:cNvSpPr txBox="1"/>
          <p:nvPr>
            <p:ph idx="106" type="body" hasCustomPrompt="1"/>
          </p:nvPr>
        </p:nvSpPr>
        <p:spPr>
          <a:xfrm>
            <a:off x="2743200" y="196596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12,90 €</a:t>
            </a:r>
            <a:endParaRPr lang="en-US" sz="3200" dirty="0"/>
          </a:p>
        </p:txBody>
      </p:sp>
      <p:sp>
        <p:nvSpPr>
          <p:cNvPr id="8" name="Text 0"/>
          <p:cNvSpPr txBox="1"/>
          <p:nvPr>
            <p:ph idx="107" type="body" hasCustomPrompt="1"/>
          </p:nvPr>
        </p:nvSpPr>
        <p:spPr>
          <a:xfrm>
            <a:off x="2743200" y="274320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 Stück, netto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inkl. Textil und Druck</a:t>
            </a:r>
            <a:endParaRPr lang="en-US" sz="1200" dirty="0"/>
          </a:p>
        </p:txBody>
      </p:sp>
      <p:sp>
        <p:nvSpPr>
          <p:cNvPr id="9" name="Text 0"/>
          <p:cNvSpPr txBox="1"/>
          <p:nvPr>
            <p:ph idx="108" type="body" hasCustomPrompt="1"/>
          </p:nvPr>
        </p:nvSpPr>
        <p:spPr>
          <a:xfrm>
            <a:off x="4846320" y="155448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50 Stück</a:t>
            </a:r>
            <a:endParaRPr lang="en-US" sz="1400" dirty="0"/>
          </a:p>
        </p:txBody>
      </p:sp>
      <p:sp>
        <p:nvSpPr>
          <p:cNvPr id="10" name="Text 0"/>
          <p:cNvSpPr txBox="1"/>
          <p:nvPr>
            <p:ph idx="109" type="body" hasCustomPrompt="1"/>
          </p:nvPr>
        </p:nvSpPr>
        <p:spPr>
          <a:xfrm>
            <a:off x="4846320" y="196596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11,50 €</a:t>
            </a:r>
            <a:endParaRPr lang="en-US" sz="3200" dirty="0"/>
          </a:p>
        </p:txBody>
      </p:sp>
      <p:sp>
        <p:nvSpPr>
          <p:cNvPr id="11" name="Text 0"/>
          <p:cNvSpPr txBox="1"/>
          <p:nvPr>
            <p:ph idx="110" type="body" hasCustomPrompt="1"/>
          </p:nvPr>
        </p:nvSpPr>
        <p:spPr>
          <a:xfrm>
            <a:off x="4846320" y="274320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 Stück, netto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inkl. Textil und Druck</a:t>
            </a:r>
            <a:endParaRPr lang="en-US" sz="1200" dirty="0"/>
          </a:p>
        </p:txBody>
      </p:sp>
      <p:sp>
        <p:nvSpPr>
          <p:cNvPr id="12" name="Text 0"/>
          <p:cNvSpPr txBox="1"/>
          <p:nvPr>
            <p:ph idx="111" type="body" hasCustomPrompt="1"/>
          </p:nvPr>
        </p:nvSpPr>
        <p:spPr>
          <a:xfrm>
            <a:off x="6949440" y="155448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100 Stück</a:t>
            </a:r>
            <a:endParaRPr lang="en-US" sz="1400" dirty="0"/>
          </a:p>
        </p:txBody>
      </p:sp>
      <p:sp>
        <p:nvSpPr>
          <p:cNvPr id="13" name="Text 0"/>
          <p:cNvSpPr txBox="1"/>
          <p:nvPr>
            <p:ph idx="112" type="body" hasCustomPrompt="1"/>
          </p:nvPr>
        </p:nvSpPr>
        <p:spPr>
          <a:xfrm>
            <a:off x="6949440" y="196596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9,90 €</a:t>
            </a:r>
            <a:endParaRPr lang="en-US" sz="3200" dirty="0"/>
          </a:p>
        </p:txBody>
      </p:sp>
      <p:sp>
        <p:nvSpPr>
          <p:cNvPr id="14" name="Text 0"/>
          <p:cNvSpPr txBox="1"/>
          <p:nvPr>
            <p:ph idx="113" type="body" hasCustomPrompt="1"/>
          </p:nvPr>
        </p:nvSpPr>
        <p:spPr>
          <a:xfrm>
            <a:off x="6949440" y="274320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 Stück, netto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inkl. Textil und Druck</a:t>
            </a:r>
            <a:endParaRPr lang="en-US" sz="1200" dirty="0"/>
          </a:p>
        </p:txBody>
      </p:sp>
      <p:sp>
        <p:nvSpPr>
          <p:cNvPr id="15" name="Text 0"/>
          <p:cNvSpPr txBox="1"/>
          <p:nvPr>
            <p:ph idx="114" type="body" hasCustomPrompt="1"/>
          </p:nvPr>
        </p:nvSpPr>
        <p:spPr>
          <a:xfrm>
            <a:off x="457200" y="36576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Beispielwerte. Staffelpreise gelten je Motiv und Textil; Einrichtungskosten für den Siebdruck fallen einmalig an. Verbindlich ist das Angebot aus Lexware.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Ihr Angebot im Überblick</a:t>
            </a:r>
            <a:endParaRPr lang="en-US" sz="28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822960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4206240"/>
                <a:gridCol w="914400"/>
                <a:gridCol w="1280160"/>
                <a:gridCol w="128016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Pos.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0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Artikel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0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Menge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0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Einzelpreis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0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Gesamt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0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T-Shirt Bio-Baumwolle, Brustdruck 1-farbig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50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12,90 €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645,00 €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Hoodie, Rückendruck 2-farbig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25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34,50 €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862,50 €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Polo-Shirt, Logo-Stickerei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20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26,00 €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520,00 €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Einrichtungskosten Siebdruck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45,00 €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45,00 €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DFD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Netto gesamt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DFD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DFD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DFD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677E5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2.072,50 €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DFD0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>
            <p:ph idx="103" type="body" hasCustomPrompt="1"/>
          </p:nvPr>
        </p:nvSpPr>
        <p:spPr>
          <a:xfrm>
            <a:off x="640080" y="399592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15. Oktober 2026</a:t>
            </a:r>
            <a:endParaRPr lang="en-US" sz="1400" dirty="0"/>
          </a:p>
        </p:txBody>
      </p:sp>
      <p:sp>
        <p:nvSpPr>
          <p:cNvPr id="5" name="Text 2"/>
          <p:cNvSpPr txBox="1"/>
          <p:nvPr>
            <p:ph idx="105" type="body" hasCustomPrompt="1"/>
          </p:nvPr>
        </p:nvSpPr>
        <p:spPr>
          <a:xfrm>
            <a:off x="3383280" y="399592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 Arbeitstage nach Freigabe</a:t>
            </a:r>
            <a:endParaRPr lang="en-US" sz="1400" dirty="0"/>
          </a:p>
        </p:txBody>
      </p:sp>
      <p:sp>
        <p:nvSpPr>
          <p:cNvPr id="6" name="Text 3"/>
          <p:cNvSpPr txBox="1"/>
          <p:nvPr>
            <p:ph idx="107" type="body" hasCustomPrompt="1"/>
          </p:nvPr>
        </p:nvSpPr>
        <p:spPr>
          <a:xfrm>
            <a:off x="6126480" y="399592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 Tage netto</a:t>
            </a:r>
            <a:endParaRPr lang="en-US" sz="1400" dirty="0"/>
          </a:p>
        </p:txBody>
      </p:sp>
      <p:sp>
        <p:nvSpPr>
          <p:cNvPr id="7" name="Text 3"/>
          <p:cNvSpPr txBox="1"/>
          <p:nvPr>
            <p:ph idx="108" type="body" hasCustomPrompt="1"/>
          </p:nvPr>
        </p:nvSpPr>
        <p:spPr>
          <a:xfrm>
            <a:off x="457200" y="446227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Beispielpositionen · Preise netto zzgl. MwSt. · Verbindlich ist das Angebot Nr. 2026-0815 aus Lexware.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Unternehmen, die uns vertrauen (1/2)</a:t>
            </a:r>
            <a:endParaRPr lang="en-US" sz="28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457200" y="91440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Eine Auswahl. Viele weitere Unternehmen und Teams aus der Region lassen bei uns veredeln.</a:t>
            </a:r>
            <a:endParaRPr lang="en-US" sz="1200" dirty="0"/>
          </a:p>
        </p:txBody>
      </p:sp>
      <p:pic>
        <p:nvPicPr>
          <p:cNvPr id="4" name="Image 0" descr="/var/folders/hm/sgq6d80d0vq133k7n8dc9bnw0000gn/T/maiershirts-J53Xqh/ref-unternehmen-0-0.png">    </p:cNvPr>
          <p:cNvPicPr>
            <a:picLocks noChangeAspect="1"/>
          </p:cNvPicPr>
          <p:nvPr>
            <p:ph idx="103" type="pic" hasCustomPrompt="1"/>
          </p:nvPr>
        </p:nvPicPr>
        <p:blipFill>
          <a:blip r:embed="rId1"/>
          <a:stretch>
            <a:fillRect/>
          </a:stretch>
        </p:blipFill>
        <p:spPr>
          <a:xfrm>
            <a:off x="713232" y="1519438"/>
            <a:ext cx="1408176" cy="390124"/>
          </a:xfrm>
          <a:prstGeom prst="rect">
            <a:avLst/>
          </a:prstGeom>
        </p:spPr>
      </p:pic>
      <p:pic>
        <p:nvPicPr>
          <p:cNvPr id="5" name="Image 1" descr="/var/folders/hm/sgq6d80d0vq133k7n8dc9bnw0000gn/T/maiershirts-J53Xqh/ref-unternehmen-0-1.png">    </p:cNvPr>
          <p:cNvPicPr>
            <a:picLocks noChangeAspect="1"/>
          </p:cNvPicPr>
          <p:nvPr>
            <p:ph idx="104" type="pic" hasCustomPrompt="1"/>
          </p:nvPr>
        </p:nvPicPr>
        <p:blipFill>
          <a:blip r:embed="rId2"/>
          <a:stretch>
            <a:fillRect/>
          </a:stretch>
        </p:blipFill>
        <p:spPr>
          <a:xfrm>
            <a:off x="2816352" y="1607820"/>
            <a:ext cx="1408176" cy="213360"/>
          </a:xfrm>
          <a:prstGeom prst="rect">
            <a:avLst/>
          </a:prstGeom>
        </p:spPr>
      </p:pic>
      <p:pic>
        <p:nvPicPr>
          <p:cNvPr id="6" name="Image 2" descr="/var/folders/hm/sgq6d80d0vq133k7n8dc9bnw0000gn/T/maiershirts-J53Xqh/ref-unternehmen-0-2.png">    </p:cNvPr>
          <p:cNvPicPr>
            <a:picLocks noChangeAspect="1"/>
          </p:cNvPicPr>
          <p:nvPr>
            <p:ph idx="105" type="pic" hasCustomPrompt="1"/>
          </p:nvPr>
        </p:nvPicPr>
        <p:blipFill>
          <a:blip r:embed="rId3"/>
          <a:stretch>
            <a:fillRect/>
          </a:stretch>
        </p:blipFill>
        <p:spPr>
          <a:xfrm>
            <a:off x="4919472" y="1562265"/>
            <a:ext cx="1408176" cy="304470"/>
          </a:xfrm>
          <a:prstGeom prst="rect">
            <a:avLst/>
          </a:prstGeom>
        </p:spPr>
      </p:pic>
      <p:pic>
        <p:nvPicPr>
          <p:cNvPr id="7" name="Image 3" descr="/var/folders/hm/sgq6d80d0vq133k7n8dc9bnw0000gn/T/maiershirts-J53Xqh/ref-unternehmen-0-3.png">    </p:cNvPr>
          <p:cNvPicPr>
            <a:picLocks noChangeAspect="1"/>
          </p:cNvPicPr>
          <p:nvPr>
            <p:ph idx="106" type="pic" hasCustomPrompt="1"/>
          </p:nvPr>
        </p:nvPicPr>
        <p:blipFill>
          <a:blip r:embed="rId4"/>
          <a:stretch>
            <a:fillRect/>
          </a:stretch>
        </p:blipFill>
        <p:spPr>
          <a:xfrm>
            <a:off x="7174078" y="1490472"/>
            <a:ext cx="1105205" cy="448056"/>
          </a:xfrm>
          <a:prstGeom prst="rect">
            <a:avLst/>
          </a:prstGeom>
        </p:spPr>
      </p:pic>
      <p:pic>
        <p:nvPicPr>
          <p:cNvPr id="8" name="Image 4" descr="/var/folders/hm/sgq6d80d0vq133k7n8dc9bnw0000gn/T/maiershirts-J53Xqh/ref-unternehmen-0-4.png">    </p:cNvPr>
          <p:cNvPicPr>
            <a:picLocks noChangeAspect="1"/>
          </p:cNvPicPr>
          <p:nvPr>
            <p:ph idx="107" type="pic" hasCustomPrompt="1"/>
          </p:nvPr>
        </p:nvPicPr>
        <p:blipFill>
          <a:blip r:embed="rId5"/>
          <a:stretch>
            <a:fillRect/>
          </a:stretch>
        </p:blipFill>
        <p:spPr>
          <a:xfrm>
            <a:off x="1090420" y="2587752"/>
            <a:ext cx="653799" cy="448056"/>
          </a:xfrm>
          <a:prstGeom prst="rect">
            <a:avLst/>
          </a:prstGeom>
        </p:spPr>
      </p:pic>
      <p:pic>
        <p:nvPicPr>
          <p:cNvPr id="9" name="Image 5" descr="/var/folders/hm/sgq6d80d0vq133k7n8dc9bnw0000gn/T/maiershirts-J53Xqh/ref-unternehmen-0-5.png">    </p:cNvPr>
          <p:cNvPicPr>
            <a:picLocks noChangeAspect="1"/>
          </p:cNvPicPr>
          <p:nvPr>
            <p:ph idx="108" type="pic" hasCustomPrompt="1"/>
          </p:nvPr>
        </p:nvPicPr>
        <p:blipFill>
          <a:blip r:embed="rId6"/>
          <a:stretch>
            <a:fillRect/>
          </a:stretch>
        </p:blipFill>
        <p:spPr>
          <a:xfrm>
            <a:off x="2860802" y="2587752"/>
            <a:ext cx="1319276" cy="448056"/>
          </a:xfrm>
          <a:prstGeom prst="rect">
            <a:avLst/>
          </a:prstGeom>
        </p:spPr>
      </p:pic>
      <p:pic>
        <p:nvPicPr>
          <p:cNvPr id="10" name="Image 6" descr="/var/folders/hm/sgq6d80d0vq133k7n8dc9bnw0000gn/T/maiershirts-J53Xqh/ref-unternehmen-0-6.png">    </p:cNvPr>
          <p:cNvPicPr>
            <a:picLocks noChangeAspect="1"/>
          </p:cNvPicPr>
          <p:nvPr>
            <p:ph idx="109" type="pic" hasCustomPrompt="1"/>
          </p:nvPr>
        </p:nvPicPr>
        <p:blipFill>
          <a:blip r:embed="rId7"/>
          <a:stretch>
            <a:fillRect/>
          </a:stretch>
        </p:blipFill>
        <p:spPr>
          <a:xfrm>
            <a:off x="5357181" y="2587752"/>
            <a:ext cx="532758" cy="448056"/>
          </a:xfrm>
          <a:prstGeom prst="rect">
            <a:avLst/>
          </a:prstGeom>
        </p:spPr>
      </p:pic>
      <p:pic>
        <p:nvPicPr>
          <p:cNvPr id="11" name="Image 7" descr="/var/folders/hm/sgq6d80d0vq133k7n8dc9bnw0000gn/T/maiershirts-J53Xqh/ref-unternehmen-0-7.png">    </p:cNvPr>
          <p:cNvPicPr>
            <a:picLocks noChangeAspect="1"/>
          </p:cNvPicPr>
          <p:nvPr>
            <p:ph idx="110" type="pic" hasCustomPrompt="1"/>
          </p:nvPr>
        </p:nvPicPr>
        <p:blipFill>
          <a:blip r:embed="rId8"/>
          <a:stretch>
            <a:fillRect/>
          </a:stretch>
        </p:blipFill>
        <p:spPr>
          <a:xfrm>
            <a:off x="7224177" y="2587752"/>
            <a:ext cx="1005007" cy="448056"/>
          </a:xfrm>
          <a:prstGeom prst="rect">
            <a:avLst/>
          </a:prstGeom>
        </p:spPr>
      </p:pic>
      <p:pic>
        <p:nvPicPr>
          <p:cNvPr id="12" name="Image 8" descr="/var/folders/hm/sgq6d80d0vq133k7n8dc9bnw0000gn/T/maiershirts-J53Xqh/ref-unternehmen-0-8.png">    </p:cNvPr>
          <p:cNvPicPr>
            <a:picLocks noChangeAspect="1"/>
          </p:cNvPicPr>
          <p:nvPr>
            <p:ph idx="111" type="pic" hasCustomPrompt="1"/>
          </p:nvPr>
        </p:nvPicPr>
        <p:blipFill>
          <a:blip r:embed="rId9"/>
          <a:stretch>
            <a:fillRect/>
          </a:stretch>
        </p:blipFill>
        <p:spPr>
          <a:xfrm>
            <a:off x="972998" y="3685032"/>
            <a:ext cx="888644" cy="448056"/>
          </a:xfrm>
          <a:prstGeom prst="rect">
            <a:avLst/>
          </a:prstGeom>
        </p:spPr>
      </p:pic>
      <p:pic>
        <p:nvPicPr>
          <p:cNvPr id="13" name="Image 9" descr="/var/folders/hm/sgq6d80d0vq133k7n8dc9bnw0000gn/T/maiershirts-J53Xqh/ref-unternehmen-0-9.png">    </p:cNvPr>
          <p:cNvPicPr>
            <a:picLocks noChangeAspect="1"/>
          </p:cNvPicPr>
          <p:nvPr>
            <p:ph idx="112" type="pic" hasCustomPrompt="1"/>
          </p:nvPr>
        </p:nvPicPr>
        <p:blipFill>
          <a:blip r:embed="rId10"/>
          <a:stretch>
            <a:fillRect/>
          </a:stretch>
        </p:blipFill>
        <p:spPr>
          <a:xfrm>
            <a:off x="3186157" y="3685032"/>
            <a:ext cx="668565" cy="448056"/>
          </a:xfrm>
          <a:prstGeom prst="rect">
            <a:avLst/>
          </a:prstGeom>
        </p:spPr>
      </p:pic>
      <p:pic>
        <p:nvPicPr>
          <p:cNvPr id="14" name="Image 10" descr="/var/folders/hm/sgq6d80d0vq133k7n8dc9bnw0000gn/T/maiershirts-J53Xqh/ref-unternehmen-0-10.png">    </p:cNvPr>
          <p:cNvPicPr>
            <a:picLocks noChangeAspect="1"/>
          </p:cNvPicPr>
          <p:nvPr>
            <p:ph idx="113" type="pic" hasCustomPrompt="1"/>
          </p:nvPr>
        </p:nvPicPr>
        <p:blipFill>
          <a:blip r:embed="rId11"/>
          <a:stretch>
            <a:fillRect/>
          </a:stretch>
        </p:blipFill>
        <p:spPr>
          <a:xfrm>
            <a:off x="5398727" y="3685032"/>
            <a:ext cx="449666" cy="448056"/>
          </a:xfrm>
          <a:prstGeom prst="rect">
            <a:avLst/>
          </a:prstGeom>
        </p:spPr>
      </p:pic>
      <p:pic>
        <p:nvPicPr>
          <p:cNvPr id="15" name="Image 11" descr="/var/folders/hm/sgq6d80d0vq133k7n8dc9bnw0000gn/T/maiershirts-J53Xqh/ref-unternehmen-0-11.png">    </p:cNvPr>
          <p:cNvPicPr>
            <a:picLocks noChangeAspect="1"/>
          </p:cNvPicPr>
          <p:nvPr>
            <p:ph idx="114" type="pic" hasCustomPrompt="1"/>
          </p:nvPr>
        </p:nvPicPr>
        <p:blipFill>
          <a:blip r:embed="rId12"/>
          <a:stretch>
            <a:fillRect/>
          </a:stretch>
        </p:blipFill>
        <p:spPr>
          <a:xfrm>
            <a:off x="7022592" y="3765694"/>
            <a:ext cx="1408176" cy="286733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Unternehmen, die uns vertrauen (2/2)</a:t>
            </a:r>
            <a:endParaRPr lang="en-US" sz="28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457200" y="91440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Eine Auswahl. Viele weitere Unternehmen und Teams aus der Region lassen bei uns veredeln.</a:t>
            </a:r>
            <a:endParaRPr lang="en-US" sz="1200" dirty="0"/>
          </a:p>
        </p:txBody>
      </p:sp>
      <p:pic>
        <p:nvPicPr>
          <p:cNvPr id="4" name="Image 0" descr="/var/folders/hm/sgq6d80d0vq133k7n8dc9bnw0000gn/T/maiershirts-J53Xqh/ref-unternehmen-1-0.png">    </p:cNvPr>
          <p:cNvPicPr>
            <a:picLocks noChangeAspect="1"/>
          </p:cNvPicPr>
          <p:nvPr>
            <p:ph idx="103" type="pic" hasCustomPrompt="1"/>
          </p:nvPr>
        </p:nvPicPr>
        <p:blipFill>
          <a:blip r:embed="rId1"/>
          <a:stretch>
            <a:fillRect/>
          </a:stretch>
        </p:blipFill>
        <p:spPr>
          <a:xfrm>
            <a:off x="1169090" y="1490472"/>
            <a:ext cx="496461" cy="448056"/>
          </a:xfrm>
          <a:prstGeom prst="rect">
            <a:avLst/>
          </a:prstGeom>
        </p:spPr>
      </p:pic>
      <p:pic>
        <p:nvPicPr>
          <p:cNvPr id="5" name="Image 1" descr="/var/folders/hm/sgq6d80d0vq133k7n8dc9bnw0000gn/T/maiershirts-J53Xqh/ph-logo-446x194.png">    </p:cNvPr>
          <p:cNvPicPr>
            <a:picLocks noChangeAspect="1"/>
          </p:cNvPicPr>
          <p:nvPr>
            <p:ph idx="104" type="pic" hasCustomPrompt="1"/>
          </p:nvPr>
        </p:nvPicPr>
        <p:blipFill>
          <a:blip r:embed="rId2"/>
          <a:stretch>
            <a:fillRect/>
          </a:stretch>
        </p:blipFill>
        <p:spPr>
          <a:xfrm>
            <a:off x="2670048" y="1344168"/>
            <a:ext cx="1700784" cy="740664"/>
          </a:xfrm>
          <a:prstGeom prst="rect">
            <a:avLst/>
          </a:prstGeom>
        </p:spPr>
      </p:pic>
      <p:pic>
        <p:nvPicPr>
          <p:cNvPr id="6" name="Image 2" descr="/var/folders/hm/sgq6d80d0vq133k7n8dc9bnw0000gn/T/maiershirts-J53Xqh/ph-logo-446x194.png">    </p:cNvPr>
          <p:cNvPicPr>
            <a:picLocks noChangeAspect="1"/>
          </p:cNvPicPr>
          <p:nvPr>
            <p:ph idx="105" type="pic" hasCustomPrompt="1"/>
          </p:nvPr>
        </p:nvPicPr>
        <p:blipFill>
          <a:blip r:embed="rId3"/>
          <a:stretch>
            <a:fillRect/>
          </a:stretch>
        </p:blipFill>
        <p:spPr>
          <a:xfrm>
            <a:off x="4773168" y="1344168"/>
            <a:ext cx="1700784" cy="740664"/>
          </a:xfrm>
          <a:prstGeom prst="rect">
            <a:avLst/>
          </a:prstGeom>
        </p:spPr>
      </p:pic>
      <p:pic>
        <p:nvPicPr>
          <p:cNvPr id="7" name="Image 3" descr="/var/folders/hm/sgq6d80d0vq133k7n8dc9bnw0000gn/T/maiershirts-J53Xqh/ph-logo-446x194.png">    </p:cNvPr>
          <p:cNvPicPr>
            <a:picLocks noChangeAspect="1"/>
          </p:cNvPicPr>
          <p:nvPr>
            <p:ph idx="106" type="pic" hasCustomPrompt="1"/>
          </p:nvPr>
        </p:nvPicPr>
        <p:blipFill>
          <a:blip r:embed="rId4"/>
          <a:stretch>
            <a:fillRect/>
          </a:stretch>
        </p:blipFill>
        <p:spPr>
          <a:xfrm>
            <a:off x="6876288" y="1344168"/>
            <a:ext cx="1700784" cy="740664"/>
          </a:xfrm>
          <a:prstGeom prst="rect">
            <a:avLst/>
          </a:prstGeom>
        </p:spPr>
      </p:pic>
      <p:pic>
        <p:nvPicPr>
          <p:cNvPr id="8" name="Image 4" descr="/var/folders/hm/sgq6d80d0vq133k7n8dc9bnw0000gn/T/maiershirts-J53Xqh/ph-logo-446x194.png">    </p:cNvPr>
          <p:cNvPicPr>
            <a:picLocks noChangeAspect="1"/>
          </p:cNvPicPr>
          <p:nvPr>
            <p:ph idx="107" type="pic" hasCustomPrompt="1"/>
          </p:nvPr>
        </p:nvPicPr>
        <p:blipFill>
          <a:blip r:embed="rId5"/>
          <a:stretch>
            <a:fillRect/>
          </a:stretch>
        </p:blipFill>
        <p:spPr>
          <a:xfrm>
            <a:off x="566928" y="2441448"/>
            <a:ext cx="1700784" cy="740664"/>
          </a:xfrm>
          <a:prstGeom prst="rect">
            <a:avLst/>
          </a:prstGeom>
        </p:spPr>
      </p:pic>
      <p:pic>
        <p:nvPicPr>
          <p:cNvPr id="9" name="Image 5" descr="/var/folders/hm/sgq6d80d0vq133k7n8dc9bnw0000gn/T/maiershirts-J53Xqh/ph-logo-446x194.png">    </p:cNvPr>
          <p:cNvPicPr>
            <a:picLocks noChangeAspect="1"/>
          </p:cNvPicPr>
          <p:nvPr>
            <p:ph idx="108" type="pic" hasCustomPrompt="1"/>
          </p:nvPr>
        </p:nvPicPr>
        <p:blipFill>
          <a:blip r:embed="rId6"/>
          <a:stretch>
            <a:fillRect/>
          </a:stretch>
        </p:blipFill>
        <p:spPr>
          <a:xfrm>
            <a:off x="2670048" y="2441448"/>
            <a:ext cx="1700784" cy="740664"/>
          </a:xfrm>
          <a:prstGeom prst="rect">
            <a:avLst/>
          </a:prstGeom>
        </p:spPr>
      </p:pic>
      <p:pic>
        <p:nvPicPr>
          <p:cNvPr id="10" name="Image 6" descr="/var/folders/hm/sgq6d80d0vq133k7n8dc9bnw0000gn/T/maiershirts-J53Xqh/ph-logo-446x194.png">    </p:cNvPr>
          <p:cNvPicPr>
            <a:picLocks noChangeAspect="1"/>
          </p:cNvPicPr>
          <p:nvPr>
            <p:ph idx="109" type="pic" hasCustomPrompt="1"/>
          </p:nvPr>
        </p:nvPicPr>
        <p:blipFill>
          <a:blip r:embed="rId7"/>
          <a:stretch>
            <a:fillRect/>
          </a:stretch>
        </p:blipFill>
        <p:spPr>
          <a:xfrm>
            <a:off x="4773168" y="2441448"/>
            <a:ext cx="1700784" cy="740664"/>
          </a:xfrm>
          <a:prstGeom prst="rect">
            <a:avLst/>
          </a:prstGeom>
        </p:spPr>
      </p:pic>
      <p:pic>
        <p:nvPicPr>
          <p:cNvPr id="11" name="Image 7" descr="/var/folders/hm/sgq6d80d0vq133k7n8dc9bnw0000gn/T/maiershirts-J53Xqh/ph-logo-446x194.png">    </p:cNvPr>
          <p:cNvPicPr>
            <a:picLocks noChangeAspect="1"/>
          </p:cNvPicPr>
          <p:nvPr>
            <p:ph idx="110" type="pic" hasCustomPrompt="1"/>
          </p:nvPr>
        </p:nvPicPr>
        <p:blipFill>
          <a:blip r:embed="rId8"/>
          <a:stretch>
            <a:fillRect/>
          </a:stretch>
        </p:blipFill>
        <p:spPr>
          <a:xfrm>
            <a:off x="6876288" y="2441448"/>
            <a:ext cx="1700784" cy="740664"/>
          </a:xfrm>
          <a:prstGeom prst="rect">
            <a:avLst/>
          </a:prstGeom>
        </p:spPr>
      </p:pic>
      <p:pic>
        <p:nvPicPr>
          <p:cNvPr id="12" name="Image 8" descr="/var/folders/hm/sgq6d80d0vq133k7n8dc9bnw0000gn/T/maiershirts-J53Xqh/ph-logo-446x194.png">    </p:cNvPr>
          <p:cNvPicPr>
            <a:picLocks noChangeAspect="1"/>
          </p:cNvPicPr>
          <p:nvPr>
            <p:ph idx="111" type="pic" hasCustomPrompt="1"/>
          </p:nvPr>
        </p:nvPicPr>
        <p:blipFill>
          <a:blip r:embed="rId9"/>
          <a:stretch>
            <a:fillRect/>
          </a:stretch>
        </p:blipFill>
        <p:spPr>
          <a:xfrm>
            <a:off x="566928" y="3538728"/>
            <a:ext cx="1700784" cy="740664"/>
          </a:xfrm>
          <a:prstGeom prst="rect">
            <a:avLst/>
          </a:prstGeom>
        </p:spPr>
      </p:pic>
      <p:pic>
        <p:nvPicPr>
          <p:cNvPr id="13" name="Image 9" descr="/var/folders/hm/sgq6d80d0vq133k7n8dc9bnw0000gn/T/maiershirts-J53Xqh/ph-logo-446x194.png">    </p:cNvPr>
          <p:cNvPicPr>
            <a:picLocks noChangeAspect="1"/>
          </p:cNvPicPr>
          <p:nvPr>
            <p:ph idx="112" type="pic" hasCustomPrompt="1"/>
          </p:nvPr>
        </p:nvPicPr>
        <p:blipFill>
          <a:blip r:embed="rId10"/>
          <a:stretch>
            <a:fillRect/>
          </a:stretch>
        </p:blipFill>
        <p:spPr>
          <a:xfrm>
            <a:off x="2670048" y="3538728"/>
            <a:ext cx="1700784" cy="740664"/>
          </a:xfrm>
          <a:prstGeom prst="rect">
            <a:avLst/>
          </a:prstGeom>
        </p:spPr>
      </p:pic>
      <p:pic>
        <p:nvPicPr>
          <p:cNvPr id="14" name="Image 10" descr="/var/folders/hm/sgq6d80d0vq133k7n8dc9bnw0000gn/T/maiershirts-J53Xqh/ph-logo-446x194.png">    </p:cNvPr>
          <p:cNvPicPr>
            <a:picLocks noChangeAspect="1"/>
          </p:cNvPicPr>
          <p:nvPr>
            <p:ph idx="113" type="pic" hasCustomPrompt="1"/>
          </p:nvPr>
        </p:nvPicPr>
        <p:blipFill>
          <a:blip r:embed="rId11"/>
          <a:stretch>
            <a:fillRect/>
          </a:stretch>
        </p:blipFill>
        <p:spPr>
          <a:xfrm>
            <a:off x="4773168" y="3538728"/>
            <a:ext cx="1700784" cy="740664"/>
          </a:xfrm>
          <a:prstGeom prst="rect">
            <a:avLst/>
          </a:prstGeom>
        </p:spPr>
      </p:pic>
      <p:pic>
        <p:nvPicPr>
          <p:cNvPr id="15" name="Image 11" descr="/var/folders/hm/sgq6d80d0vq133k7n8dc9bnw0000gn/T/maiershirts-J53Xqh/ph-logo-446x194.png">    </p:cNvPr>
          <p:cNvPicPr>
            <a:picLocks noChangeAspect="1"/>
          </p:cNvPicPr>
          <p:nvPr>
            <p:ph idx="114" type="pic" hasCustomPrompt="1"/>
          </p:nvPr>
        </p:nvPicPr>
        <p:blipFill>
          <a:blip r:embed="rId12"/>
          <a:stretch>
            <a:fillRect/>
          </a:stretch>
        </p:blipFill>
        <p:spPr>
          <a:xfrm>
            <a:off x="6876288" y="3538728"/>
            <a:ext cx="1700784" cy="740664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Vereine, die uns vertrauen</a:t>
            </a:r>
            <a:endParaRPr lang="en-US" sz="28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457200" y="91440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Eine Auswahl. Vom Trikotsatz bis zur Fanausstattung, für Vereine aus der ganzen Region.</a:t>
            </a:r>
            <a:endParaRPr lang="en-US" sz="1200" dirty="0"/>
          </a:p>
        </p:txBody>
      </p:sp>
      <p:pic>
        <p:nvPicPr>
          <p:cNvPr id="4" name="Image 0" descr="/var/folders/hm/sgq6d80d0vq133k7n8dc9bnw0000gn/T/maiershirts-J53Xqh/ref-vereine-0-0.png">    </p:cNvPr>
          <p:cNvPicPr>
            <a:picLocks noChangeAspect="1"/>
          </p:cNvPicPr>
          <p:nvPr>
            <p:ph idx="103" type="pic" hasCustomPrompt="1"/>
          </p:nvPr>
        </p:nvPicPr>
        <p:blipFill>
          <a:blip r:embed="rId1"/>
          <a:stretch>
            <a:fillRect/>
          </a:stretch>
        </p:blipFill>
        <p:spPr>
          <a:xfrm>
            <a:off x="843422" y="1490472"/>
            <a:ext cx="1147795" cy="667512"/>
          </a:xfrm>
          <a:prstGeom prst="rect">
            <a:avLst/>
          </a:prstGeom>
        </p:spPr>
      </p:pic>
      <p:sp>
        <p:nvSpPr>
          <p:cNvPr id="5" name="Text 0"/>
          <p:cNvSpPr txBox="1"/>
          <p:nvPr>
            <p:ph idx="104" type="body" hasCustomPrompt="1"/>
          </p:nvPr>
        </p:nvSpPr>
        <p:spPr>
          <a:xfrm>
            <a:off x="566928" y="2414016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DAV Sektion Tübingen</a:t>
            </a:r>
            <a:endParaRPr lang="en-US" sz="1100" dirty="0"/>
          </a:p>
        </p:txBody>
      </p:sp>
      <p:pic>
        <p:nvPicPr>
          <p:cNvPr id="6" name="Image 1" descr="/var/folders/hm/sgq6d80d0vq133k7n8dc9bnw0000gn/T/maiershirts-J53Xqh/ref-vereine-0-1.png">    </p:cNvPr>
          <p:cNvPicPr>
            <a:picLocks noChangeAspect="1"/>
          </p:cNvPicPr>
          <p:nvPr>
            <p:ph idx="105" type="pic" hasCustomPrompt="1"/>
          </p:nvPr>
        </p:nvPicPr>
        <p:blipFill>
          <a:blip r:embed="rId2"/>
          <a:stretch>
            <a:fillRect/>
          </a:stretch>
        </p:blipFill>
        <p:spPr>
          <a:xfrm>
            <a:off x="2858236" y="1490472"/>
            <a:ext cx="1324409" cy="667512"/>
          </a:xfrm>
          <a:prstGeom prst="rect">
            <a:avLst/>
          </a:prstGeom>
        </p:spPr>
      </p:pic>
      <p:sp>
        <p:nvSpPr>
          <p:cNvPr id="7" name="Text 0"/>
          <p:cNvSpPr txBox="1"/>
          <p:nvPr>
            <p:ph idx="106" type="body" hasCustomPrompt="1"/>
          </p:nvPr>
        </p:nvSpPr>
        <p:spPr>
          <a:xfrm>
            <a:off x="2670048" y="2414016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Tennisclub Ammerbuch</a:t>
            </a:r>
            <a:endParaRPr lang="en-US" sz="1100" dirty="0"/>
          </a:p>
        </p:txBody>
      </p:sp>
      <p:pic>
        <p:nvPicPr>
          <p:cNvPr id="8" name="Image 2" descr="/var/folders/hm/sgq6d80d0vq133k7n8dc9bnw0000gn/T/maiershirts-J53Xqh/ref-vereine-0-2.png">    </p:cNvPr>
          <p:cNvPicPr>
            <a:picLocks noChangeAspect="1"/>
          </p:cNvPicPr>
          <p:nvPr>
            <p:ph idx="107" type="pic" hasCustomPrompt="1"/>
          </p:nvPr>
        </p:nvPicPr>
        <p:blipFill>
          <a:blip r:embed="rId3"/>
          <a:stretch>
            <a:fillRect/>
          </a:stretch>
        </p:blipFill>
        <p:spPr>
          <a:xfrm>
            <a:off x="5369071" y="1490472"/>
            <a:ext cx="508978" cy="667512"/>
          </a:xfrm>
          <a:prstGeom prst="rect">
            <a:avLst/>
          </a:prstGeom>
        </p:spPr>
      </p:pic>
      <p:sp>
        <p:nvSpPr>
          <p:cNvPr id="9" name="Text 0"/>
          <p:cNvSpPr txBox="1"/>
          <p:nvPr>
            <p:ph idx="108" type="body" hasCustomPrompt="1"/>
          </p:nvPr>
        </p:nvSpPr>
        <p:spPr>
          <a:xfrm>
            <a:off x="4773168" y="2414016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TGV Entringen</a:t>
            </a:r>
            <a:endParaRPr lang="en-US" sz="1100" dirty="0"/>
          </a:p>
        </p:txBody>
      </p:sp>
      <p:pic>
        <p:nvPicPr>
          <p:cNvPr id="10" name="Image 3" descr="/var/folders/hm/sgq6d80d0vq133k7n8dc9bnw0000gn/T/maiershirts-J53Xqh/ref-vereine-0-3.png">    </p:cNvPr>
          <p:cNvPicPr>
            <a:picLocks noChangeAspect="1"/>
          </p:cNvPicPr>
          <p:nvPr>
            <p:ph idx="109" type="pic" hasCustomPrompt="1"/>
          </p:nvPr>
        </p:nvPicPr>
        <p:blipFill>
          <a:blip r:embed="rId4"/>
          <a:stretch>
            <a:fillRect/>
          </a:stretch>
        </p:blipFill>
        <p:spPr>
          <a:xfrm>
            <a:off x="7392924" y="1490472"/>
            <a:ext cx="667512" cy="667512"/>
          </a:xfrm>
          <a:prstGeom prst="rect">
            <a:avLst/>
          </a:prstGeom>
        </p:spPr>
      </p:pic>
      <p:sp>
        <p:nvSpPr>
          <p:cNvPr id="11" name="Text 0"/>
          <p:cNvSpPr txBox="1"/>
          <p:nvPr>
            <p:ph idx="110" type="body" hasCustomPrompt="1"/>
          </p:nvPr>
        </p:nvSpPr>
        <p:spPr>
          <a:xfrm>
            <a:off x="6876288" y="2414016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Hooriger Hund Sulzbach</a:t>
            </a:r>
            <a:endParaRPr lang="en-US" sz="1100" dirty="0"/>
          </a:p>
        </p:txBody>
      </p:sp>
      <p:pic>
        <p:nvPicPr>
          <p:cNvPr id="12" name="Image 4" descr="/var/folders/hm/sgq6d80d0vq133k7n8dc9bnw0000gn/T/maiershirts-J53Xqh/ref-vereine-0-4.png">    </p:cNvPr>
          <p:cNvPicPr>
            <a:picLocks noChangeAspect="1"/>
          </p:cNvPicPr>
          <p:nvPr>
            <p:ph idx="111" type="pic" hasCustomPrompt="1"/>
          </p:nvPr>
        </p:nvPicPr>
        <p:blipFill>
          <a:blip r:embed="rId5"/>
          <a:stretch>
            <a:fillRect/>
          </a:stretch>
        </p:blipFill>
        <p:spPr>
          <a:xfrm>
            <a:off x="1073295" y="3090672"/>
            <a:ext cx="688051" cy="667512"/>
          </a:xfrm>
          <a:prstGeom prst="rect">
            <a:avLst/>
          </a:prstGeom>
        </p:spPr>
      </p:pic>
      <p:sp>
        <p:nvSpPr>
          <p:cNvPr id="13" name="Text 0"/>
          <p:cNvSpPr txBox="1"/>
          <p:nvPr>
            <p:ph idx="112" type="body" hasCustomPrompt="1"/>
          </p:nvPr>
        </p:nvSpPr>
        <p:spPr>
          <a:xfrm>
            <a:off x="566928" y="4014216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Sportfreunde Dußlingen</a:t>
            </a:r>
            <a:endParaRPr lang="en-US" sz="1100" dirty="0"/>
          </a:p>
        </p:txBody>
      </p:sp>
      <p:pic>
        <p:nvPicPr>
          <p:cNvPr id="14" name="Image 5" descr="/var/folders/hm/sgq6d80d0vq133k7n8dc9bnw0000gn/T/maiershirts-J53Xqh/ref-vereine-0-5.png">    </p:cNvPr>
          <p:cNvPicPr>
            <a:picLocks noChangeAspect="1"/>
          </p:cNvPicPr>
          <p:nvPr>
            <p:ph idx="113" type="pic" hasCustomPrompt="1"/>
          </p:nvPr>
        </p:nvPicPr>
        <p:blipFill>
          <a:blip r:embed="rId6"/>
          <a:stretch>
            <a:fillRect/>
          </a:stretch>
        </p:blipFill>
        <p:spPr>
          <a:xfrm>
            <a:off x="3186684" y="3090672"/>
            <a:ext cx="667512" cy="667512"/>
          </a:xfrm>
          <a:prstGeom prst="rect">
            <a:avLst/>
          </a:prstGeom>
        </p:spPr>
      </p:pic>
      <p:sp>
        <p:nvSpPr>
          <p:cNvPr id="15" name="Text 0"/>
          <p:cNvSpPr txBox="1"/>
          <p:nvPr>
            <p:ph idx="114" type="body" hasCustomPrompt="1"/>
          </p:nvPr>
        </p:nvSpPr>
        <p:spPr>
          <a:xfrm>
            <a:off x="2670048" y="4014216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SV Germania Bietigheim</a:t>
            </a:r>
            <a:endParaRPr lang="en-US" sz="1100" dirty="0"/>
          </a:p>
        </p:txBody>
      </p:sp>
      <p:pic>
        <p:nvPicPr>
          <p:cNvPr id="16" name="Image 6" descr="/var/folders/hm/sgq6d80d0vq133k7n8dc9bnw0000gn/T/maiershirts-J53Xqh/ref-vereine-0-6.png">    </p:cNvPr>
          <p:cNvPicPr>
            <a:picLocks noChangeAspect="1"/>
          </p:cNvPicPr>
          <p:nvPr>
            <p:ph idx="115" type="pic" hasCustomPrompt="1"/>
          </p:nvPr>
        </p:nvPicPr>
        <p:blipFill>
          <a:blip r:embed="rId7"/>
          <a:stretch>
            <a:fillRect/>
          </a:stretch>
        </p:blipFill>
        <p:spPr>
          <a:xfrm>
            <a:off x="5288359" y="3090672"/>
            <a:ext cx="670402" cy="667512"/>
          </a:xfrm>
          <a:prstGeom prst="rect">
            <a:avLst/>
          </a:prstGeom>
        </p:spPr>
      </p:pic>
      <p:sp>
        <p:nvSpPr>
          <p:cNvPr id="17" name="Text 0"/>
          <p:cNvSpPr txBox="1"/>
          <p:nvPr>
            <p:ph idx="116" type="body" hasCustomPrompt="1"/>
          </p:nvPr>
        </p:nvSpPr>
        <p:spPr>
          <a:xfrm>
            <a:off x="4773168" y="4014216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TV Mühlacker</a:t>
            </a:r>
            <a:endParaRPr lang="en-US" sz="1100" dirty="0"/>
          </a:p>
        </p:txBody>
      </p:sp>
      <p:pic>
        <p:nvPicPr>
          <p:cNvPr id="18" name="Image 7" descr="/var/folders/hm/sgq6d80d0vq133k7n8dc9bnw0000gn/T/maiershirts-J53Xqh/ref-vereine-0-7.png">    </p:cNvPr>
          <p:cNvPicPr>
            <a:picLocks noChangeAspect="1"/>
          </p:cNvPicPr>
          <p:nvPr>
            <p:ph idx="117" type="pic" hasCustomPrompt="1"/>
          </p:nvPr>
        </p:nvPicPr>
        <p:blipFill>
          <a:blip r:embed="rId8"/>
          <a:stretch>
            <a:fillRect/>
          </a:stretch>
        </p:blipFill>
        <p:spPr>
          <a:xfrm>
            <a:off x="7022592" y="3098331"/>
            <a:ext cx="1408176" cy="652193"/>
          </a:xfrm>
          <a:prstGeom prst="rect">
            <a:avLst/>
          </a:prstGeom>
        </p:spPr>
      </p:pic>
      <p:sp>
        <p:nvSpPr>
          <p:cNvPr id="19" name="Text 0"/>
          <p:cNvSpPr txBox="1"/>
          <p:nvPr>
            <p:ph idx="118" type="body" hasCustomPrompt="1"/>
          </p:nvPr>
        </p:nvSpPr>
        <p:spPr>
          <a:xfrm>
            <a:off x="6876288" y="4014216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Tennisclub Wurmlingen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Stickerei im Detail</a:t>
            </a:r>
            <a:endParaRPr lang="en-US" sz="2800" dirty="0"/>
          </a:p>
        </p:txBody>
      </p:sp>
      <p:pic>
        <p:nvPicPr>
          <p:cNvPr id="3" name="Image 0" descr="/var/folders/hm/sgq6d80d0vq133k7n8dc9bnw0000gn/T/maiershirts-J53Xqh/foto-bild-440x350.jpg">    </p:cNvPr>
          <p:cNvPicPr>
            <a:picLocks noChangeAspect="1"/>
          </p:cNvPicPr>
          <p:nvPr>
            <p:ph idx="102" type="pic" hasCustomPrompt="1"/>
          </p:nvPr>
        </p:nvPicPr>
        <p:blipFill>
          <a:blip r:embed="rId1"/>
          <a:stretch>
            <a:fillRect/>
          </a:stretch>
        </p:blipFill>
        <p:spPr>
          <a:xfrm>
            <a:off x="457200" y="1234440"/>
            <a:ext cx="4023360" cy="3200400"/>
          </a:xfrm>
          <a:prstGeom prst="rect">
            <a:avLst/>
          </a:prstGeom>
        </p:spPr>
      </p:pic>
      <p:sp>
        <p:nvSpPr>
          <p:cNvPr id="4" name="Text 0"/>
          <p:cNvSpPr txBox="1"/>
          <p:nvPr>
            <p:ph idx="103" type="body" hasCustomPrompt="1"/>
          </p:nvPr>
        </p:nvSpPr>
        <p:spPr>
          <a:xfrm>
            <a:off x="4846320" y="1234440"/>
            <a:ext cx="38404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Bis zu 12 Garnfarben pro Motiv</a:t>
            </a:r>
            <a:endParaRPr lang="en-US" sz="16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Waschbeständig bis 60 °C</a:t>
            </a:r>
            <a:endParaRPr lang="en-US" sz="16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Ideal für Polos, Jacken und Caps</a:t>
            </a:r>
            <a:endParaRPr lang="en-US" sz="16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Motivdigitalisierung im Haus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Auftragsvolumen nach Produktgruppe</a:t>
            </a:r>
            <a:endParaRPr lang="en-US" sz="28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188720"/>
          <a:ext cx="530352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Shape 1"/>
          <p:cNvSpPr/>
          <p:nvPr/>
        </p:nvSpPr>
        <p:spPr>
          <a:xfrm>
            <a:off x="6035040" y="1188720"/>
            <a:ext cx="2651760" cy="3291840"/>
          </a:xfrm>
          <a:prstGeom prst="roundRect">
            <a:avLst>
              <a:gd name="adj" fmla="val 4138"/>
            </a:avLst>
          </a:prstGeom>
          <a:solidFill>
            <a:srgbClr val="E8DFD0"/>
          </a:solidFill>
          <a:ln w="12700">
            <a:solidFill>
              <a:srgbClr val="E8DFD0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263640" y="13716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Beispieldaten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6263640" y="169164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T-Shirts machen den größten Anteil aus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263640" y="242316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Natives Diagramm: Werte per Rechtsklick → „Daten bearbeiten“ ändern.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457200" y="1234440"/>
            <a:ext cx="82296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Erste Aussage der Folie</a:t>
            </a:r>
            <a:endParaRPr lang="en-US" sz="16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Zweite Aussage mit einer kurzen Erläuterung</a:t>
            </a:r>
            <a:endParaRPr lang="en-US" sz="16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Dritte Aussage</a:t>
            </a:r>
            <a:endParaRPr lang="en-US" sz="1600" dirty="0"/>
          </a:p>
          <a:p>
            <a:pPr algn="l" lvl="1" marL="6858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Unterpunkt zur dritten Aussage</a:t>
            </a:r>
            <a:endParaRPr lang="en-US" sz="1600" dirty="0"/>
          </a:p>
          <a:p>
            <a:pPr algn="l" lvl="1" marL="6858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Weiterer Unterpunkt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548640" y="137160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Lassen Sie uns Ihr Projekt starten</a:t>
            </a:r>
            <a:endParaRPr lang="en-US" sz="32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548640" y="242316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Wir freuen uns auf Ihre Freigabe und begleiten Sie bis zur Lieferung.</a:t>
            </a:r>
            <a:endParaRPr lang="en-US" sz="1600" dirty="0"/>
          </a:p>
        </p:txBody>
      </p:sp>
      <p:pic>
        <p:nvPicPr>
          <p:cNvPr id="4" name="Image 0" descr="/var/folders/hm/sgq6d80d0vq133k7n8dc9bnw0000gn/T/maiershirts-J53Xqh/ph-portrait-252x252.png">    </p:cNvPr>
          <p:cNvPicPr>
            <a:picLocks noChangeAspect="1"/>
          </p:cNvPicPr>
          <p:nvPr>
            <p:ph idx="103" type="pic" hasCustomPrompt="1"/>
          </p:nvPr>
        </p:nvPicPr>
        <p:blipFill>
          <a:blip r:embed="rId1"/>
          <a:stretch>
            <a:fillRect/>
          </a:stretch>
        </p:blipFill>
        <p:spPr>
          <a:xfrm>
            <a:off x="548640" y="3154680"/>
            <a:ext cx="960120" cy="960120"/>
          </a:xfrm>
          <a:prstGeom prst="rect">
            <a:avLst/>
          </a:prstGeom>
        </p:spPr>
      </p:pic>
      <p:sp>
        <p:nvSpPr>
          <p:cNvPr id="5" name="Text 0"/>
          <p:cNvSpPr txBox="1"/>
          <p:nvPr>
            <p:ph idx="104" type="body" hasCustomPrompt="1"/>
          </p:nvPr>
        </p:nvSpPr>
        <p:spPr>
          <a:xfrm>
            <a:off x="1691640" y="31546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Stefan Maier</a:t>
            </a:r>
            <a:endParaRPr lang="en-US" sz="1600" dirty="0"/>
          </a:p>
        </p:txBody>
      </p:sp>
      <p:sp>
        <p:nvSpPr>
          <p:cNvPr id="6" name="Text 0"/>
          <p:cNvSpPr txBox="1"/>
          <p:nvPr>
            <p:ph idx="105" type="body" hasCustomPrompt="1"/>
          </p:nvPr>
        </p:nvSpPr>
        <p:spPr>
          <a:xfrm>
            <a:off x="1691640" y="34747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Inhaber · Ihr Ansprechpartner</a:t>
            </a:r>
            <a:endParaRPr lang="en-US" sz="1200" dirty="0"/>
          </a:p>
        </p:txBody>
      </p:sp>
      <p:sp>
        <p:nvSpPr>
          <p:cNvPr id="7" name="Text 0"/>
          <p:cNvSpPr txBox="1"/>
          <p:nvPr>
            <p:ph idx="106" type="body" hasCustomPrompt="1"/>
          </p:nvPr>
        </p:nvSpPr>
        <p:spPr>
          <a:xfrm>
            <a:off x="1691640" y="37490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+49 (0) 000 000000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info@maiershirts.de</a:t>
            </a:r>
            <a:endParaRPr lang="en-US" sz="1200" dirty="0"/>
          </a:p>
        </p:txBody>
      </p:sp>
      <p:sp>
        <p:nvSpPr>
          <p:cNvPr id="8" name="Text 1"/>
          <p:cNvSpPr txBox="1"/>
          <p:nvPr>
            <p:ph idx="108" type="body" hasCustomPrompt="1"/>
          </p:nvPr>
        </p:nvSpPr>
        <p:spPr>
          <a:xfrm>
            <a:off x="5897880" y="1828800"/>
            <a:ext cx="2560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Freigabe des Angebots bis 15. Oktober 2026. Danach Musterfreigabe, Produktion und Lieferung zum Saisonstart.</a:t>
            </a:r>
            <a:endParaRPr lang="en-US" sz="1400" dirty="0"/>
          </a:p>
        </p:txBody>
      </p:sp>
      <p:pic>
        <p:nvPicPr>
          <p:cNvPr id="9" name="Image 1" descr="/var/folders/hm/sgq6d80d0vq133k7n8dc9bnw0000gn/T/maiershirts-J53Xqh/ph-qr-240x240.png">    </p:cNvPr>
          <p:cNvPicPr>
            <a:picLocks noChangeAspect="1"/>
          </p:cNvPicPr>
          <p:nvPr>
            <p:ph idx="109" type="pic" hasCustomPrompt="1"/>
          </p:nvPr>
        </p:nvPicPr>
        <p:blipFill>
          <a:blip r:embed="rId2"/>
          <a:stretch>
            <a:fillRect/>
          </a:stretch>
        </p:blipFill>
        <p:spPr>
          <a:xfrm>
            <a:off x="5897880" y="3200400"/>
            <a:ext cx="914400" cy="914400"/>
          </a:xfrm>
          <a:prstGeom prst="rect">
            <a:avLst/>
          </a:prstGeom>
        </p:spPr>
      </p:pic>
      <p:sp>
        <p:nvSpPr>
          <p:cNvPr id="10" name="Text 1"/>
          <p:cNvSpPr txBox="1"/>
          <p:nvPr>
            <p:ph idx="110" type="body" hasCustomPrompt="1"/>
          </p:nvPr>
        </p:nvSpPr>
        <p:spPr>
          <a:xfrm>
            <a:off x="6949440" y="3200400"/>
            <a:ext cx="1600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Anfrage online: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maiershirts.de/anfrage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Maiershirts">
      <a:dk1>
        <a:srgbClr val="0F0F0F"/>
      </a:dk1>
      <a:lt1>
        <a:srgbClr val="FFFFFF"/>
      </a:lt1>
      <a:dk2>
        <a:srgbClr val="677E5B"/>
      </a:dk2>
      <a:lt2>
        <a:srgbClr val="E8DFD0"/>
      </a:lt2>
      <a:accent1>
        <a:srgbClr val="819E72"/>
      </a:accent1>
      <a:accent2>
        <a:srgbClr val="A3C095"/>
      </a:accent2>
      <a:accent3>
        <a:srgbClr val="677E5B"/>
      </a:accent3>
      <a:accent4>
        <a:srgbClr val="D9D2C5"/>
      </a:accent4>
      <a:accent5>
        <a:srgbClr val="FAF7F2"/>
      </a:accent5>
      <a:accent6>
        <a:srgbClr val="0F0F0F"/>
      </a:accent6>
      <a:hlink>
        <a:srgbClr val="677E5B"/>
      </a:hlink>
      <a:folHlink>
        <a:srgbClr val="819E72"/>
      </a:folHlink>
    </a:clrScheme>
    <a:fontScheme name="Maiershirts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Maiershirts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Maiershirts – Präsentationsmaster</dc:title>
  <dc:subject>PptxGenJS Presentation</dc:subject>
  <dc:creator>Maiershirts</dc:creator>
  <cp:lastModifiedBy>Maiershirts</cp:lastModifiedBy>
  <cp:revision>1</cp:revision>
  <dcterms:created xsi:type="dcterms:W3CDTF">2026-09-15T18:01:41Z</dcterms:created>
  <dcterms:modified xsi:type="dcterms:W3CDTF">2026-09-15T18:01:41Z</dcterms:modified>
</cp:coreProperties>
</file>