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 (Aufgabe, Umsetzung), Kollektionsfoto oben rechts, drei Einzelteile darunter mit Beschriftung. Fotos aus assets/fotos/isic-*.jpg.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3.png"/><Relationship Id="rId5" Type="http://schemas.openxmlformats.org/officeDocument/2006/relationships/image" Target="../media/image-16-3.png"/><Relationship Id="rId6" Type="http://schemas.openxmlformats.org/officeDocument/2006/relationships/image" Target="../media/image-16-3.png"/><Relationship Id="rId7" Type="http://schemas.openxmlformats.org/officeDocument/2006/relationships/image" Target="../media/image-16-3.png"/><Relationship Id="rId8" Type="http://schemas.openxmlformats.org/officeDocument/2006/relationships/image" Target="../media/image-16-3.png"/><Relationship Id="rId9" Type="http://schemas.openxmlformats.org/officeDocument/2006/relationships/image" Target="../media/image-16-3.png"/><Relationship Id="rId10" Type="http://schemas.openxmlformats.org/officeDocument/2006/relationships/image" Target="../media/image-16-3.png"/><Relationship Id="rId11" Type="http://schemas.openxmlformats.org/officeDocument/2006/relationships/image" Target="../media/image-16-3.png"/><Relationship Id="rId12" Type="http://schemas.openxmlformats.org/officeDocument/2006/relationships/image" Target="../media/image-16-3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9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0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kF8GtI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kF8GtI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kF8GtI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kF8GtI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kF8GtI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kF8GtI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kF8GtI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kF8GtI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kF8GtI/ph-foto-1056x396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kF8GtI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kF8GtI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Brust und Ärmel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kF8GtI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Zip-Sweatshirt, Ärmel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kF8GtI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kF8GtI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kF8GtI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kF8GtI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kF8GtI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kF8GtI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kF8GtI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kF8GtI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kF8GtI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kF8GtI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kF8GtI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kF8GtI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kF8GtI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kF8GtI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kF8GtI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kF8GtI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kF8GtI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kF8GtI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kF8GtI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kF8GtI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kF8GtI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kF8GtI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kF8GtI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kF8GtI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kF8GtI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kF8GtI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kF8GtI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kF8GtI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kF8GtI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kF8GtI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kF8GtI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kF8GtI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kF8GtI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kF8GtI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kF8GtI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kF8GtI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kF8GtI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kF8GtI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kF8GtI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2026-09-15T19:19:07Z</dcterms:created>
  <dcterms:modified xsi:type="dcterms:W3CDTF">2026-09-15T19:19:07Z</dcterms:modified>
</cp:coreProperties>
</file>