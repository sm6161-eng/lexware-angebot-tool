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0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2HUvCI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2HUvCI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2HUvCI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2HUvCI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2HUvCI/ref-unternehmen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2HUvCI/ref-unternehmen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2HUvCI/ref-unternehmen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2HUvCI/ref-unternehmen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2HUvCI/ref-unternehmen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2HUvCI/ref-unternehmen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2HUvCI/ref-unternehmen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2HUvCI/ref-unternehmen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2HUvCI/ref-unternehmen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2HUvCI/ref-unternehmen-9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2HUvCI/ref-unternehmen-10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2HUvCI/ref-unternehmen-11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2HUvCI/ref-vereine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5" name="Image 1" descr="/var/folders/hm/sgq6d80d0vq133k7n8dc9bnw0000gn/T/maiershirts-2HUvCI/ref-vereine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7" name="Image 2" descr="/var/folders/hm/sgq6d80d0vq133k7n8dc9bnw0000gn/T/maiershirts-2HUvCI/ref-vereine-2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9" name="Image 3" descr="/var/folders/hm/sgq6d80d0vq133k7n8dc9bnw0000gn/T/maiershirts-2HUvCI/ref-vereine-3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1" name="Image 4" descr="/var/folders/hm/sgq6d80d0vq133k7n8dc9bnw0000gn/T/maiershirts-2HUvCI/ref-vereine-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3" name="Image 5" descr="/var/folders/hm/sgq6d80d0vq133k7n8dc9bnw0000gn/T/maiershirts-2HUvCI/ref-vereine-5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5" name="Image 6" descr="/var/folders/hm/sgq6d80d0vq133k7n8dc9bnw0000gn/T/maiershirts-2HUvCI/ref-vereine-6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6" name="Text 0"/>
          <p:cNvSpPr txBox="1"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7" name="Image 7" descr="/var/folders/hm/sgq6d80d0vq133k7n8dc9bnw0000gn/T/maiershirts-2HUvCI/ref-vereine-7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2HUvCI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2HUvCI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2HUvCI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2026-09-15T17:26:26Z</dcterms:created>
  <dcterms:modified xsi:type="dcterms:W3CDTF">2026-09-15T17:26:26Z</dcterms:modified>
</cp:coreProperties>
</file>