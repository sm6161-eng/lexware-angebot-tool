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Kurzbeschreibung im Bild. Fotos aus assets/fotos/projekt-1 bis projekt-4;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176272"/>
            <a:ext cx="16916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450592"/>
            <a:ext cx="16916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176272"/>
            <a:ext cx="16002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450592"/>
            <a:ext cx="16002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17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image" Target="../media/image-14-2.png"/><Relationship Id="rId5" Type="http://schemas.openxmlformats.org/officeDocument/2006/relationships/image" Target="../media/image-14-2.png"/><Relationship Id="rId6" Type="http://schemas.openxmlformats.org/officeDocument/2006/relationships/image" Target="../media/image-14-2.png"/><Relationship Id="rId7" Type="http://schemas.openxmlformats.org/officeDocument/2006/relationships/image" Target="../media/image-14-2.png"/><Relationship Id="rId8" Type="http://schemas.openxmlformats.org/officeDocument/2006/relationships/image" Target="../media/image-14-2.png"/><Relationship Id="rId9" Type="http://schemas.openxmlformats.org/officeDocument/2006/relationships/image" Target="../media/image-14-2.png"/><Relationship Id="rId10" Type="http://schemas.openxmlformats.org/officeDocument/2006/relationships/image" Target="../media/image-14-2.png"/><Relationship Id="rId11" Type="http://schemas.openxmlformats.org/officeDocument/2006/relationships/image" Target="../media/image-14-2.png"/><Relationship Id="rId12" Type="http://schemas.openxmlformats.org/officeDocument/2006/relationships/image" Target="../media/image-14-2.png"/><Relationship Id="rId13" Type="http://schemas.openxmlformats.org/officeDocument/2006/relationships/slideLayout" Target="../slideLayouts/slideLayout17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8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9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9rsRTM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Beispiele aus der Werkstatt, vom Vereinsjubiläum bis zum Trainingslager.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9rsRTM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9rsRTM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17627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45059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9rsRTM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17627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450592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9rsRTM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9rsRTM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9rsRTM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9rsRTM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9rsRTM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9rsRTM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9rsRTM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9rsRTM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9rsRTM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9rsRTM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9rsRTM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9rsRTM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9rsRTM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9rsRTM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9rsRTM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9rsRTM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9rsRTM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9rsRTM/ph-logo-446x194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344168"/>
            <a:ext cx="1700784" cy="740664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9rsRTM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9rsRTM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9rsRTM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9rsRTM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9rsRTM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9rsRTM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9rsRTM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9rsRTM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9rsRTM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9rsRTM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9rsRTM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9rsRTM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9rsRTM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9rsRTM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9rsRTM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9rsRTM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9rsRTM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9rsRTM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9rsRTM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9rsRTM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9rsRTM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2026-09-15T18:16:07Z</dcterms:created>
  <dcterms:modified xsi:type="dcterms:W3CDTF">2026-09-15T18:16:07Z</dcterms:modified>
</cp:coreProperties>
</file>