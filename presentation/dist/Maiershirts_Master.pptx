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Aufträge</c:v>
                </c:pt>
              </c:strCache>
            </c:strRef>
          </c:tx>
          <c:spPr>
            <a:solidFill>
              <a:srgbClr val="819E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0F0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T-Shirts</c:v>
                  </c:pt>
                  <c:pt idx="1">
                    <c:v>Hoodies</c:v>
                  </c:pt>
                  <c:pt idx="2">
                    <c:v>Polos</c:v>
                  </c:pt>
                  <c:pt idx="3">
                    <c:v>Workwear</c:v>
                  </c:pt>
                  <c:pt idx="4">
                    <c:v>Caps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</c:v>
                </c:pt>
                <c:pt idx="1">
                  <c:v>260</c:v>
                </c:pt>
                <c:pt idx="2">
                  <c:v>180</c:v>
                </c:pt>
                <c:pt idx="3">
                  <c:v>150</c:v>
                </c:pt>
                <c:pt idx="4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0F0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2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MS_TITEL. Alle vier Felder sind Platzhalter: Titel, Untertitel, Kunde/Projekt, Datum/Angebotsnummer.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Textkörper. Die Agenda ist normaler Text im Textkörper.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MS_ABSCHNITT: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MS_FREI_SAND: nur Titel, Fläche frei. Hier: Text links, vier weiße Karten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MS_BILD_VOLL: Foto über die volle Breite, darunter Bildunterschrift. Bild per Klick auf das Platzhalterbild ersetzen.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MS_KENNZAHLEN: drei Karten mit Zahl, Bedeutung und Quelle, dazu eine Hinweiszeile.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MS_PROZESS: vier nummerierte Schritte mit Überschrift und Kurztext.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MS_TEXTIL: drei Rohlinge mit Foto, Name, Details und Preis ab. Beispielwerte.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MS_PREISSTAFFEL: vier Stufen Menge gegen Stückpreis, darunter Hinweise.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MS_ANGEBOT: Tabelle als Zusammenfassung (nativ, in PowerPoint editierbar), Konditionen als Platzhalter. Das verbindliche Angebot kommt aus Lexware.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9 Logo(s) aus assets/referenzen/unternehmen eingesetzt.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MS_REFERENZEN_WAPPEN: 8 Logo-Felder. 7 Logo(s) aus assets/referenzen/vereine eingesetzt.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MS_BILD: Foto links, Textkörper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 mit nativem Säulendiagramm links und Kernaussage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 mit Aufzählung.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MS_ABSCHLUSS: Handlungsaufforderung, Ansprechpartner mit Foto, nächster Schritt mit Termin, QR-Code. Kontaktdaten sind Platzhalter.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S_TITEL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S_ABSCHNIT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MS_BILD_VOLL-image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MS_KENNZAHLEN-image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MS_PROZESS-image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image" Target="../media/MS_PREISSTAFFEL-image-2.png"/><Relationship Id="rId3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4-1.png"/><Relationship Id="rId2" Type="http://schemas.openxmlformats.org/officeDocument/2006/relationships/image" Target="../media/MS_ANGEBOT-image-2.png"/><Relationship Id="rId3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image" Target="../media/MS_REFERENZEN-image-2.png"/><Relationship Id="rId3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image" Target="../media/MS_REFERENZEN_WAPPEN-image-2.png"/><Relationship Id="rId3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7-1.png"/><Relationship Id="rId2" Type="http://schemas.openxmlformats.org/officeDocument/2006/relationships/image" Target="../media/MS_ABSCHLUSS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IT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Untertitel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Kunde · Projekt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Datum · Angebotsnummer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NIT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Abschnittstitel</a:t>
            </a:r>
            <a:endParaRPr lang="en-US" sz="3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Kurzbeschreibung des Abschnitts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_VOL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pic" hasCustomPrompt="1"/>
          </p:nvPr>
        </p:nvSpPr>
        <p:spPr>
          <a:xfrm>
            <a:off x="0" y="0"/>
            <a:ext cx="91440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pic>
        <p:nvPicPr>
          <p:cNvPr id="3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4206240"/>
            <a:ext cx="868680" cy="4572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Bildunterschrift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Ergänzung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ENNZAHL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</a:t>
            </a:r>
            <a:endParaRPr lang="en-US" sz="1200" dirty="0"/>
          </a:p>
        </p:txBody>
      </p:sp>
      <p:sp>
        <p:nvSpPr>
          <p:cNvPr id="1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ZE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1</a:t>
            </a:r>
            <a:endParaRPr lang="en-US" sz="1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265176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2</a:t>
            </a:r>
            <a:endParaRPr lang="en-US" sz="1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475488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3</a:t>
            </a:r>
            <a:endParaRPr lang="en-US" sz="1600" dirty="0"/>
          </a:p>
        </p:txBody>
      </p:sp>
      <p:sp>
        <p:nvSpPr>
          <p:cNvPr id="12" name="Text 3"/>
          <p:cNvSpPr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3" name="Text 3"/>
          <p:cNvSpPr/>
          <p:nvPr/>
        </p:nvSpPr>
        <p:spPr>
          <a:xfrm>
            <a:off x="685800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4</a:t>
            </a:r>
            <a:endParaRPr lang="en-US" sz="16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6" name="Text 4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EXT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324612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03504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EISSTAFF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Hinweise zur Staffel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NGEB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6400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400" dirty="0"/>
          </a:p>
        </p:txBody>
      </p:sp>
      <p:sp>
        <p:nvSpPr>
          <p:cNvPr id="6" name="Text 1"/>
          <p:cNvSpPr/>
          <p:nvPr/>
        </p:nvSpPr>
        <p:spPr>
          <a:xfrm>
            <a:off x="33832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400" dirty="0"/>
          </a:p>
        </p:txBody>
      </p:sp>
      <p:sp>
        <p:nvSpPr>
          <p:cNvPr id="8" name="Text 2"/>
          <p:cNvSpPr/>
          <p:nvPr/>
        </p:nvSpPr>
        <p:spPr>
          <a:xfrm>
            <a:off x="61264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000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4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Preise netto zzgl. MwSt.</a:t>
            </a:r>
            <a:endParaRPr lang="en-US" sz="1000" dirty="0"/>
          </a:p>
        </p:txBody>
      </p:sp>
      <p:sp>
        <p:nvSpPr>
          <p:cNvPr id="11" name="Text 3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56692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267004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477316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687628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56692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267004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477316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7628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56692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267004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477316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687628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_WAPP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56692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267004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477316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687628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56692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267004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6" name="Text 0"/>
          <p:cNvSpPr/>
          <p:nvPr>
            <p:ph idx="114" type="pic" hasCustomPrompt="1"/>
          </p:nvPr>
        </p:nvSpPr>
        <p:spPr>
          <a:xfrm>
            <a:off x="477316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7" name="Text 0"/>
          <p:cNvSpPr/>
          <p:nvPr>
            <p:ph idx="115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8" name="Text 0"/>
          <p:cNvSpPr/>
          <p:nvPr>
            <p:ph idx="116" type="pic" hasCustomPrompt="1"/>
          </p:nvPr>
        </p:nvSpPr>
        <p:spPr>
          <a:xfrm>
            <a:off x="687628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9" name="Text 0"/>
          <p:cNvSpPr/>
          <p:nvPr>
            <p:ph idx="117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20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LU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starten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als Nächstes gemeinsam tun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48640" y="3154680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Porträt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Vorname Nachname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Ansprechpartner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Telefon · E-Mail</a:t>
            </a:r>
            <a:endParaRPr lang="en-US" sz="1200" dirty="0"/>
          </a:p>
        </p:txBody>
      </p:sp>
      <p:sp>
        <p:nvSpPr>
          <p:cNvPr id="9" name="Text 0"/>
          <p:cNvSpPr/>
          <p:nvPr/>
        </p:nvSpPr>
        <p:spPr>
          <a:xfrm>
            <a:off x="5897880" y="1554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NÄCHSTER SCHRITT</a:t>
            </a:r>
            <a:endParaRPr lang="en-US" sz="1000" dirty="0"/>
          </a:p>
        </p:txBody>
      </p:sp>
      <p:sp>
        <p:nvSpPr>
          <p:cNvPr id="10" name="Text 1"/>
          <p:cNvSpPr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jetzt zu tun ist, bis wann</a:t>
            </a:r>
            <a:endParaRPr lang="en-US" sz="1400" dirty="0"/>
          </a:p>
        </p:txBody>
      </p:sp>
      <p:sp>
        <p:nvSpPr>
          <p:cNvPr id="11" name="Text 1"/>
          <p:cNvSpPr/>
          <p:nvPr>
            <p:ph idx="109" type="pic" hasCustomPrompt="1"/>
          </p:nvPr>
        </p:nvSpPr>
        <p:spPr>
          <a:xfrm>
            <a:off x="589788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QR-Code einfügen</a:t>
            </a:r>
            <a:endParaRPr lang="en-US" sz="1200" dirty="0"/>
          </a:p>
        </p:txBody>
      </p:sp>
      <p:sp>
        <p:nvSpPr>
          <p:cNvPr id="12" name="Text 1"/>
          <p:cNvSpPr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</a:t>
            </a:r>
            <a:endParaRPr lang="en-US" sz="1200" dirty="0"/>
          </a:p>
        </p:txBody>
      </p:sp>
      <p:sp>
        <p:nvSpPr>
          <p:cNvPr id="13" name="Text 1"/>
          <p:cNvSpPr/>
          <p:nvPr/>
        </p:nvSpPr>
        <p:spPr>
          <a:xfrm>
            <a:off x="54864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0.png"/><Relationship Id="rId12" Type="http://schemas.openxmlformats.org/officeDocument/2006/relationships/image" Target="../media/image-11-10.png"/><Relationship Id="rId13" Type="http://schemas.openxmlformats.org/officeDocument/2006/relationships/slideLayout" Target="../slideLayouts/slideLayout15.xml"/><Relationship Id="rId1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6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7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Angebotspräsentation</a:t>
            </a:r>
            <a:endParaRPr lang="en-US" sz="40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Individuell veredelte Textilien für Teams, Vereine und Unternehmen</a:t>
            </a:r>
            <a:endParaRPr lang="en-US" sz="18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SV Musterstadt e. V. · Trikotsatz Saison 2027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· Angebot Nr. 2026-0815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Wer wir sind und wofür wir stehen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Leistungen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Verfahren, Textilien und Veredelung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Textilien, Staffelpreise und Positionen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 Schritte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Freigabe, Produktion und Lieferung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Textilveredelung aus einer Hand: persönlich, schnell und in gleichbleibender Qualität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uns ausmacht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 veredelt Textilien für Unternehmen, Vereine und Events. Vom einzelnen Shirt bis zur kompletten Teamausstattung begleiten wir jedes Projekt persönlich, von der Motividee bis zum fertigen Paket.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Beratung zu Textil, Verfahren und Motiv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im eigenen Haus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Kleine Auflagen ab 1 Stück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Verlässliche Liefertermine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0060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Kräftige Farben, ideal für größere Auflagen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67512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0372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Hochwertig und langlebig, erste Wahl für Workwear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Kurze Produktionszeiten auf Anfrage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Qualität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Geprüfte Textilien namhafter Hersteller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hm/sgq6d80d0vq133k7n8dc9bnw0000gn/T/maiershirts-skcBUc/ph-foto-2400x1008.png">    </p:cNvPr>
          <p:cNvPicPr>
            <a:picLocks noChangeAspect="1"/>
          </p:cNvPicPr>
          <p:nvPr>
            <p:ph idx="100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9144000" cy="3840480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Motiv auf dem Textil</a:t>
            </a:r>
            <a:endParaRPr lang="en-US" sz="2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auf Polo-Shirt, Beispiel aus der Produktion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Zahlen, die für uns sprechen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1.200+</a:t>
            </a:r>
            <a:endParaRPr lang="en-US" sz="4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pro Jahr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h</a:t>
            </a:r>
            <a:endParaRPr lang="en-US" sz="4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zum Angebot</a:t>
            </a:r>
            <a:endParaRPr lang="en-US" sz="16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98 %</a:t>
            </a:r>
            <a:endParaRPr lang="en-US" sz="4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Wiederkehrende Kunden</a:t>
            </a:r>
            <a:endParaRPr lang="en-US" sz="16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Alle Werte sind Platzhalter und werden vor Verwendung durch echte Kennzahlen ersetzt.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läuft ein Auftrag ab</a:t>
            </a:r>
            <a:endParaRPr lang="en-US" sz="2800" dirty="0"/>
          </a:p>
        </p:txBody>
      </p:sp>
      <p:sp>
        <p:nvSpPr>
          <p:cNvPr id="3" name="Text 1"/>
          <p:cNvSpPr txBox="1"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</a:t>
            </a:r>
            <a:endParaRPr lang="en-US" sz="16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Textil, Menge und Motiv per Mail oder Telefon</a:t>
            </a:r>
            <a:endParaRPr lang="en-US" sz="1200" dirty="0"/>
          </a:p>
        </p:txBody>
      </p:sp>
      <p:sp>
        <p:nvSpPr>
          <p:cNvPr id="5" name="Text 2"/>
          <p:cNvSpPr txBox="1"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</a:t>
            </a:r>
            <a:endParaRPr lang="en-US" sz="16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aus Lexware innerhalb von 48 Stunden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Produktion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oder Stickerei nach Ihrer Freigabe</a:t>
            </a:r>
            <a:endParaRPr lang="en-US" sz="1200" dirty="0"/>
          </a:p>
        </p:txBody>
      </p:sp>
      <p:sp>
        <p:nvSpPr>
          <p:cNvPr id="9" name="Text 4"/>
          <p:cNvSpPr txBox="1"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Lieferung</a:t>
            </a:r>
            <a:endParaRPr lang="en-US" sz="1600" dirty="0"/>
          </a:p>
        </p:txBody>
      </p:sp>
      <p:sp>
        <p:nvSpPr>
          <p:cNvPr id="10" name="Text 4"/>
          <p:cNvSpPr txBox="1"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Versand oder Abholung zum Wunschtermin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Textilien für Ihr Projekt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skcBUc/ph-foto-696x456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2651760" cy="173736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Bio-Baumwolle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B&amp;C Inspire T · 140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Farben · XS bis 3XL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9,90 €</a:t>
            </a:r>
            <a:endParaRPr lang="en-US" sz="1600" dirty="0"/>
          </a:p>
        </p:txBody>
      </p:sp>
      <p:pic>
        <p:nvPicPr>
          <p:cNvPr id="7" name="Image 1" descr="/var/folders/hm/sgq6d80d0vq133k7n8dc9bnw0000gn/T/maiershirts-skcBUc/ph-foto-696x456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246120" y="1234440"/>
            <a:ext cx="2651760" cy="17373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 Piqué</a:t>
            </a:r>
            <a:endParaRPr lang="en-US" sz="16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Kariban Piqué · 220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Farben · S bis 4XL</a:t>
            </a:r>
            <a:endParaRPr lang="en-US" sz="12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17,50 €</a:t>
            </a:r>
            <a:endParaRPr lang="en-US" sz="1600" dirty="0"/>
          </a:p>
        </p:txBody>
      </p:sp>
      <p:pic>
        <p:nvPicPr>
          <p:cNvPr id="11" name="Image 2" descr="/var/folders/hm/sgq6d80d0vq133k7n8dc9bnw0000gn/T/maiershirts-skcBUc/ph-foto-696x456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035040" y="1234440"/>
            <a:ext cx="2651760" cy="1737360"/>
          </a:xfrm>
          <a:prstGeom prst="rect">
            <a:avLst/>
          </a:prstGeom>
        </p:spPr>
      </p:pic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Bio</a:t>
            </a:r>
            <a:endParaRPr lang="en-US" sz="16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Stanley/Stella Cruiser · 350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Farben · XS bis 3XL</a:t>
            </a:r>
            <a:endParaRPr lang="en-US" sz="1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29,90 €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Preisstaffel T-Shirt, Brustdruck 1-farbig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14,90 €</a:t>
            </a:r>
            <a:endParaRPr lang="en-US" sz="32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12,90 €</a:t>
            </a:r>
            <a:endParaRPr lang="en-US" sz="32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11,50 €</a:t>
            </a:r>
            <a:endParaRPr lang="en-US" sz="32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100 Stück</a:t>
            </a:r>
            <a:endParaRPr lang="en-US" sz="14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9,90 €</a:t>
            </a:r>
            <a:endParaRPr lang="en-US" sz="3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Beispielwerte. Staffelpreise gelten je Motiv und Textil; Einrichtungskosten für den Siebdruck fallen einmalig an. Verbindlich ist das Angebot aus Lexware.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 im Überblick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206240"/>
                <a:gridCol w="91440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Pos.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Artikel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Menge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Einzelpreis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T-Shirt Bio-Baumwolle, Brustdruck 1-farbig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12,90 €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Hoodie, Rückendruck 2-farbig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862,50 €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Polo-Shirt, Logo-Stickerei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520,00 €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Einrichtungskosten Siebdruck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Netto 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677E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2.072,50 €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 Oktober 2026</a:t>
            </a:r>
            <a:endParaRPr lang="en-US" sz="1400" dirty="0"/>
          </a:p>
        </p:txBody>
      </p:sp>
      <p:sp>
        <p:nvSpPr>
          <p:cNvPr id="5" name="Text 2"/>
          <p:cNvSpPr txBox="1"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Arbeitstage nach Freigabe</a:t>
            </a:r>
            <a:endParaRPr lang="en-US" sz="1400" dirty="0"/>
          </a:p>
        </p:txBody>
      </p:sp>
      <p:sp>
        <p:nvSpPr>
          <p:cNvPr id="6" name="Text 3"/>
          <p:cNvSpPr txBox="1"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Tage netto</a:t>
            </a:r>
            <a:endParaRPr lang="en-US" sz="1400" dirty="0"/>
          </a:p>
        </p:txBody>
      </p:sp>
      <p:sp>
        <p:nvSpPr>
          <p:cNvPr id="7" name="Text 3"/>
          <p:cNvSpPr txBox="1"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Beispielpositionen · Preise netto zzgl. MwSt. · Verbindlich ist das Angebot Nr. 2026-0815 aus Lexware.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skcBUc/ref-unternehmen-0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713232" y="1519438"/>
            <a:ext cx="1408176" cy="390124"/>
          </a:xfrm>
          <a:prstGeom prst="rect">
            <a:avLst/>
          </a:prstGeom>
        </p:spPr>
      </p:pic>
      <p:pic>
        <p:nvPicPr>
          <p:cNvPr id="4" name="Image 1" descr="/var/folders/hm/sgq6d80d0vq133k7n8dc9bnw0000gn/T/maiershirts-skcBUc/ref-unternehmen-1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16352" y="1607820"/>
            <a:ext cx="1408176" cy="213360"/>
          </a:xfrm>
          <a:prstGeom prst="rect">
            <a:avLst/>
          </a:prstGeom>
        </p:spPr>
      </p:pic>
      <p:pic>
        <p:nvPicPr>
          <p:cNvPr id="5" name="Image 2" descr="/var/folders/hm/sgq6d80d0vq133k7n8dc9bnw0000gn/T/maiershirts-skcBUc/ref-unternehmen-2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919472" y="1562265"/>
            <a:ext cx="1408176" cy="304470"/>
          </a:xfrm>
          <a:prstGeom prst="rect">
            <a:avLst/>
          </a:prstGeom>
        </p:spPr>
      </p:pic>
      <p:pic>
        <p:nvPicPr>
          <p:cNvPr id="6" name="Image 3" descr="/var/folders/hm/sgq6d80d0vq133k7n8dc9bnw0000gn/T/maiershirts-skcBUc/ref-unternehmen-3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174078" y="1490472"/>
            <a:ext cx="1105205" cy="448056"/>
          </a:xfrm>
          <a:prstGeom prst="rect">
            <a:avLst/>
          </a:prstGeom>
        </p:spPr>
      </p:pic>
      <p:pic>
        <p:nvPicPr>
          <p:cNvPr id="7" name="Image 4" descr="/var/folders/hm/sgq6d80d0vq133k7n8dc9bnw0000gn/T/maiershirts-skcBUc/ref-unternehmen-4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90420" y="2587752"/>
            <a:ext cx="653799" cy="448056"/>
          </a:xfrm>
          <a:prstGeom prst="rect">
            <a:avLst/>
          </a:prstGeom>
        </p:spPr>
      </p:pic>
      <p:pic>
        <p:nvPicPr>
          <p:cNvPr id="8" name="Image 5" descr="/var/folders/hm/sgq6d80d0vq133k7n8dc9bnw0000gn/T/maiershirts-skcBUc/ref-unternehmen-5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860802" y="2587752"/>
            <a:ext cx="1319276" cy="448056"/>
          </a:xfrm>
          <a:prstGeom prst="rect">
            <a:avLst/>
          </a:prstGeom>
        </p:spPr>
      </p:pic>
      <p:pic>
        <p:nvPicPr>
          <p:cNvPr id="9" name="Image 6" descr="/var/folders/hm/sgq6d80d0vq133k7n8dc9bnw0000gn/T/maiershirts-skcBUc/ref-unternehmen-6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357181" y="2587752"/>
            <a:ext cx="532758" cy="448056"/>
          </a:xfrm>
          <a:prstGeom prst="rect">
            <a:avLst/>
          </a:prstGeom>
        </p:spPr>
      </p:pic>
      <p:pic>
        <p:nvPicPr>
          <p:cNvPr id="10" name="Image 7" descr="/var/folders/hm/sgq6d80d0vq133k7n8dc9bnw0000gn/T/maiershirts-skcBUc/ref-unternehmen-7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224177" y="2587752"/>
            <a:ext cx="1005007" cy="448056"/>
          </a:xfrm>
          <a:prstGeom prst="rect">
            <a:avLst/>
          </a:prstGeom>
        </p:spPr>
      </p:pic>
      <p:pic>
        <p:nvPicPr>
          <p:cNvPr id="11" name="Image 8" descr="/var/folders/hm/sgq6d80d0vq133k7n8dc9bnw0000gn/T/maiershirts-skcBUc/ref-unternehmen-8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972998" y="3685032"/>
            <a:ext cx="888644" cy="448056"/>
          </a:xfrm>
          <a:prstGeom prst="rect">
            <a:avLst/>
          </a:prstGeom>
        </p:spPr>
      </p:pic>
      <p:pic>
        <p:nvPicPr>
          <p:cNvPr id="12" name="Image 9" descr="/var/folders/hm/sgq6d80d0vq133k7n8dc9bnw0000gn/T/maiershirts-skcBUc/ph-logo-446x19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2670048" y="3538728"/>
            <a:ext cx="1700784" cy="740664"/>
          </a:xfrm>
          <a:prstGeom prst="rect">
            <a:avLst/>
          </a:prstGeom>
        </p:spPr>
      </p:pic>
      <p:pic>
        <p:nvPicPr>
          <p:cNvPr id="13" name="Image 10" descr="/var/folders/hm/sgq6d80d0vq133k7n8dc9bnw0000gn/T/maiershirts-skcBUc/ph-logo-446x194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4773168" y="3538728"/>
            <a:ext cx="1700784" cy="740664"/>
          </a:xfrm>
          <a:prstGeom prst="rect">
            <a:avLst/>
          </a:prstGeom>
        </p:spPr>
      </p:pic>
      <p:pic>
        <p:nvPicPr>
          <p:cNvPr id="14" name="Image 11" descr="/var/folders/hm/sgq6d80d0vq133k7n8dc9bnw0000gn/T/maiershirts-skcBUc/ph-logo-446x194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6876288" y="3538728"/>
            <a:ext cx="1700784" cy="7406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Vereine, die uns vertrauen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skcBUc/ref-vereine-0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843422" y="1490472"/>
            <a:ext cx="1147795" cy="667512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DAV Sektion Tübingen</a:t>
            </a:r>
            <a:endParaRPr lang="en-US" sz="1100" dirty="0"/>
          </a:p>
        </p:txBody>
      </p:sp>
      <p:pic>
        <p:nvPicPr>
          <p:cNvPr id="5" name="Image 1" descr="/var/folders/hm/sgq6d80d0vq133k7n8dc9bnw0000gn/T/maiershirts-skcBUc/ref-vereine-1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58236" y="1490472"/>
            <a:ext cx="1324409" cy="667512"/>
          </a:xfrm>
          <a:prstGeom prst="rect">
            <a:avLst/>
          </a:prstGeom>
        </p:spPr>
      </p:pic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Ammerbuch</a:t>
            </a:r>
            <a:endParaRPr lang="en-US" sz="1100" dirty="0"/>
          </a:p>
        </p:txBody>
      </p:sp>
      <p:pic>
        <p:nvPicPr>
          <p:cNvPr id="7" name="Image 2" descr="/var/folders/hm/sgq6d80d0vq133k7n8dc9bnw0000gn/T/maiershirts-skcBUc/ref-vereine-2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369071" y="1490472"/>
            <a:ext cx="508978" cy="667512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TGV Entringen</a:t>
            </a:r>
            <a:endParaRPr lang="en-US" sz="1100" dirty="0"/>
          </a:p>
        </p:txBody>
      </p:sp>
      <p:pic>
        <p:nvPicPr>
          <p:cNvPr id="9" name="Image 3" descr="/var/folders/hm/sgq6d80d0vq133k7n8dc9bnw0000gn/T/maiershirts-skcBUc/ref-vereine-3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392924" y="1490472"/>
            <a:ext cx="667512" cy="667512"/>
          </a:xfrm>
          <a:prstGeom prst="rect">
            <a:avLst/>
          </a:prstGeom>
        </p:spPr>
      </p:pic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Hooriger Hund Sulzbach</a:t>
            </a:r>
            <a:endParaRPr lang="en-US" sz="1100" dirty="0"/>
          </a:p>
        </p:txBody>
      </p:sp>
      <p:pic>
        <p:nvPicPr>
          <p:cNvPr id="11" name="Image 4" descr="/var/folders/hm/sgq6d80d0vq133k7n8dc9bnw0000gn/T/maiershirts-skcBUc/ref-vereine-4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73295" y="3090672"/>
            <a:ext cx="688051" cy="667512"/>
          </a:xfrm>
          <a:prstGeom prst="rect">
            <a:avLst/>
          </a:prstGeom>
        </p:spPr>
      </p:pic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100" dirty="0"/>
          </a:p>
        </p:txBody>
      </p:sp>
      <p:pic>
        <p:nvPicPr>
          <p:cNvPr id="13" name="Image 5" descr="/var/folders/hm/sgq6d80d0vq133k7n8dc9bnw0000gn/T/maiershirts-skcBUc/ref-vereine-5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3186684" y="3090672"/>
            <a:ext cx="667512" cy="667512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 Germania Bietigheim</a:t>
            </a:r>
            <a:endParaRPr lang="en-US" sz="1100" dirty="0"/>
          </a:p>
        </p:txBody>
      </p:sp>
      <p:pic>
        <p:nvPicPr>
          <p:cNvPr id="15" name="Image 6" descr="/var/folders/hm/sgq6d80d0vq133k7n8dc9bnw0000gn/T/maiershirts-skcBUc/ref-vereine-6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288359" y="3090672"/>
            <a:ext cx="670402" cy="667512"/>
          </a:xfrm>
          <a:prstGeom prst="rect">
            <a:avLst/>
          </a:prstGeom>
        </p:spPr>
      </p:pic>
      <p:sp>
        <p:nvSpPr>
          <p:cNvPr id="16" name="Text 0"/>
          <p:cNvSpPr txBox="1"/>
          <p:nvPr>
            <p:ph idx="115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100" dirty="0"/>
          </a:p>
        </p:txBody>
      </p:sp>
      <p:pic>
        <p:nvPicPr>
          <p:cNvPr id="17" name="Image 7" descr="/var/folders/hm/sgq6d80d0vq133k7n8dc9bnw0000gn/T/maiershirts-skcBUc/ph-logo-446x252.png">    </p:cNvPr>
          <p:cNvPicPr>
            <a:picLocks noChangeAspect="1"/>
          </p:cNvPicPr>
          <p:nvPr>
            <p:ph idx="116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6876288" y="2944368"/>
            <a:ext cx="1700784" cy="960120"/>
          </a:xfrm>
          <a:prstGeom prst="rect">
            <a:avLst/>
          </a:prstGeom>
        </p:spPr>
      </p:pic>
      <p:sp>
        <p:nvSpPr>
          <p:cNvPr id="19" name="Text 0"/>
          <p:cNvSpPr/>
          <p:nvPr>
            <p:ph idx="117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im Detail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skcBUc/ph-foto-1056x840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 12 Garnfarben pro Motiv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Waschbeständig bis 60 °C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Polos, Jacken und Caps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Motivdigitalisierung im Haus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Auftragsvolumen nach Produktgruppe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035040" y="118872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6364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Beispieldaten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691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machen den größten Anteil aus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4231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Natives Diagramm: Werte per Rechtsklick → „Daten bearbeiten“ ändern.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Erste Aussage der Folie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Zweite Aussage mit einer kurzen Erläuterung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Dritte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Unterpunkt zur dritten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Weiterer Unterpunkt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Ihr Projekt starten</a:t>
            </a:r>
            <a:endParaRPr lang="en-US" sz="32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 freuen uns auf Ihre Freigabe und begleiten Sie bis zur Lieferung.</a:t>
            </a:r>
            <a:endParaRPr lang="en-US" sz="1600" dirty="0"/>
          </a:p>
        </p:txBody>
      </p:sp>
      <p:pic>
        <p:nvPicPr>
          <p:cNvPr id="4" name="Image 0" descr="/var/folders/hm/sgq6d80d0vq133k7n8dc9bnw0000gn/T/maiershirts-skcBUc/ph-portrait-252x252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548640" y="3154680"/>
            <a:ext cx="960120" cy="96012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Stefan Maier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Inhaber · Ihr Ansprechpartner</a:t>
            </a:r>
            <a:endParaRPr lang="en-US" sz="12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+49 (0) 000 000000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info@maiershirts.de</a:t>
            </a:r>
            <a:endParaRPr lang="en-US" sz="1200" dirty="0"/>
          </a:p>
        </p:txBody>
      </p:sp>
      <p:sp>
        <p:nvSpPr>
          <p:cNvPr id="8" name="Text 1"/>
          <p:cNvSpPr txBox="1"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Freigabe des Angebots bis 15. Oktober 2026. Danach Musterfreigabe, Produktion und Lieferung zum Saisonstart.</a:t>
            </a:r>
            <a:endParaRPr lang="en-US" sz="1400" dirty="0"/>
          </a:p>
        </p:txBody>
      </p:sp>
      <p:pic>
        <p:nvPicPr>
          <p:cNvPr id="9" name="Image 1" descr="/var/folders/hm/sgq6d80d0vq133k7n8dc9bnw0000gn/T/maiershirts-skcBUc/ph-qr-240x240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5897880" y="3200400"/>
            <a:ext cx="914400" cy="914400"/>
          </a:xfrm>
          <a:prstGeom prst="rect">
            <a:avLst/>
          </a:prstGeom>
        </p:spPr>
      </p:pic>
      <p:sp>
        <p:nvSpPr>
          <p:cNvPr id="10" name="Text 1"/>
          <p:cNvSpPr txBox="1"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maiershirts.de/anfrage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aiershirts">
      <a:dk1>
        <a:srgbClr val="0F0F0F"/>
      </a:dk1>
      <a:lt1>
        <a:srgbClr val="FFFFFF"/>
      </a:lt1>
      <a:dk2>
        <a:srgbClr val="677E5B"/>
      </a:dk2>
      <a:lt2>
        <a:srgbClr val="E8DFD0"/>
      </a:lt2>
      <a:accent1>
        <a:srgbClr val="819E72"/>
      </a:accent1>
      <a:accent2>
        <a:srgbClr val="A3C095"/>
      </a:accent2>
      <a:accent3>
        <a:srgbClr val="677E5B"/>
      </a:accent3>
      <a:accent4>
        <a:srgbClr val="D9D2C5"/>
      </a:accent4>
      <a:accent5>
        <a:srgbClr val="FAF7F2"/>
      </a:accent5>
      <a:accent6>
        <a:srgbClr val="0F0F0F"/>
      </a:accent6>
      <a:hlink>
        <a:srgbClr val="677E5B"/>
      </a:hlink>
      <a:folHlink>
        <a:srgbClr val="819E72"/>
      </a:folHlink>
    </a:clrScheme>
    <a:fontScheme name="Maiershirts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Maiershirts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Maiershirts – Präsentationsmaster</dc:title>
  <dc:subject>PptxGenJS Presentation</dc:subject>
  <dc:creator>Maiershirts</dc:creator>
  <cp:lastModifiedBy>Maiershirts</cp:lastModifiedBy>
  <cp:revision>1</cp:revision>
  <dcterms:created xsi:type="dcterms:W3CDTF">2026-09-15T14:20:15Z</dcterms:created>
  <dcterms:modified xsi:type="dcterms:W3CDTF">2026-09-15T14:20:15Z</dcterms:modified>
</cp:coreProperties>
</file>