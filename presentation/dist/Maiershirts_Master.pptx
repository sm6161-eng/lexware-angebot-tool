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MS_VERFAHREN: vier Verfahren mit Einsatzgebiet und drei Kennwerten, darunter die Entscheidungshilfe. Inhalte aus dem Veredelungs-Leitfaden (maiershirts-veredelung-leitfaden/leitfaden.html). Handmuster-Karte „Fühl den Unterschied“ zum Termin mitnehmen.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12 Logo(s) aus assets/referenzen/unternehmen eingesetzt (Folie 1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 Logo(s) aus assets/referenzen/unternehmen eingesetzt (Folie 2 von 2).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8 Logo(s) aus assets/referenzen/vereine eingesetzt (Folie 1 von 1).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MS_VERFAHREN-image-2.png"/><Relationship Id="rId3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8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VERFAHR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Welche Technik zu welchem Projekt passt</a:t>
            </a:r>
            <a:endParaRPr lang="en-US" sz="1200" dirty="0"/>
          </a:p>
        </p:txBody>
      </p:sp>
      <p:sp>
        <p:nvSpPr>
          <p:cNvPr id="5" name="Text 0"/>
          <p:cNvSpPr/>
          <p:nvPr/>
        </p:nvSpPr>
        <p:spPr>
          <a:xfrm>
            <a:off x="62179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8" name="Text 1"/>
          <p:cNvSpPr/>
          <p:nvPr/>
        </p:nvSpPr>
        <p:spPr>
          <a:xfrm>
            <a:off x="62179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62179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2" name="Text 3"/>
          <p:cNvSpPr/>
          <p:nvPr/>
        </p:nvSpPr>
        <p:spPr>
          <a:xfrm>
            <a:off x="62179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4" name="Text 4"/>
          <p:cNvSpPr/>
          <p:nvPr/>
        </p:nvSpPr>
        <p:spPr>
          <a:xfrm>
            <a:off x="272491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5"/>
          <p:cNvSpPr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16" name="Text 5"/>
          <p:cNvSpPr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17" name="Text 5"/>
          <p:cNvSpPr/>
          <p:nvPr/>
        </p:nvSpPr>
        <p:spPr>
          <a:xfrm>
            <a:off x="272491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19" name="Text 6"/>
          <p:cNvSpPr/>
          <p:nvPr/>
        </p:nvSpPr>
        <p:spPr>
          <a:xfrm>
            <a:off x="272491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272491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22" name="Text 8"/>
          <p:cNvSpPr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3" name="Text 8"/>
          <p:cNvSpPr/>
          <p:nvPr/>
        </p:nvSpPr>
        <p:spPr>
          <a:xfrm>
            <a:off x="482803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9"/>
          <p:cNvSpPr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25" name="Text 9"/>
          <p:cNvSpPr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26" name="Text 9"/>
          <p:cNvSpPr/>
          <p:nvPr/>
        </p:nvSpPr>
        <p:spPr>
          <a:xfrm>
            <a:off x="482803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27" name="Text 10"/>
          <p:cNvSpPr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482803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29" name="Text 11"/>
          <p:cNvSpPr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0" name="Text 11"/>
          <p:cNvSpPr/>
          <p:nvPr/>
        </p:nvSpPr>
        <p:spPr>
          <a:xfrm>
            <a:off x="482803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31" name="Text 12"/>
          <p:cNvSpPr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6931152" y="13716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00" dirty="0"/>
          </a:p>
        </p:txBody>
      </p:sp>
      <p:sp>
        <p:nvSpPr>
          <p:cNvPr id="33" name="Text 13"/>
          <p:cNvSpPr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Verfahren</a:t>
            </a:r>
            <a:endParaRPr lang="en-US" sz="1600" dirty="0"/>
          </a:p>
        </p:txBody>
      </p:sp>
      <p:sp>
        <p:nvSpPr>
          <p:cNvPr id="34" name="Text 13"/>
          <p:cNvSpPr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…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931152" y="30906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Wäsche</a:t>
            </a:r>
            <a:endParaRPr lang="en-US" sz="1000" dirty="0"/>
          </a:p>
        </p:txBody>
      </p:sp>
      <p:sp>
        <p:nvSpPr>
          <p:cNvPr id="36" name="Text 14"/>
          <p:cNvSpPr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6931152" y="341985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Auflage</a:t>
            </a:r>
            <a:endParaRPr lang="en-US" sz="1000" dirty="0"/>
          </a:p>
        </p:txBody>
      </p:sp>
      <p:sp>
        <p:nvSpPr>
          <p:cNvPr id="38" name="Text 15"/>
          <p:cNvSpPr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39" name="Text 15"/>
          <p:cNvSpPr/>
          <p:nvPr/>
        </p:nvSpPr>
        <p:spPr>
          <a:xfrm>
            <a:off x="6931152" y="3749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Farbe</a:t>
            </a:r>
            <a:endParaRPr lang="en-US" sz="1000" dirty="0"/>
          </a:p>
        </p:txBody>
      </p:sp>
      <p:sp>
        <p:nvSpPr>
          <p:cNvPr id="40" name="Text 16"/>
          <p:cNvSpPr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…</a:t>
            </a:r>
            <a:endParaRPr lang="en-US" sz="1200" dirty="0"/>
          </a:p>
        </p:txBody>
      </p:sp>
      <p:sp>
        <p:nvSpPr>
          <p:cNvPr id="41" name="Text 16"/>
          <p:cNvSpPr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…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 unserer Kunden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7" name="Text 0"/>
          <p:cNvSpPr/>
          <p:nvPr>
            <p:ph idx="115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8" name="Text 0"/>
          <p:cNvSpPr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9" name="Text 0"/>
          <p:cNvSpPr/>
          <p:nvPr>
            <p:ph idx="117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20" name="Text 0"/>
          <p:cNvSpPr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1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1017</a:t>
            </a:fld>
            <a:endParaRPr 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slideLayout" Target="../slideLayouts/slideLayout16.xml"/><Relationship Id="rId1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image" Target="../media/image-13-2.png"/><Relationship Id="rId6" Type="http://schemas.openxmlformats.org/officeDocument/2006/relationships/image" Target="../media/image-13-2.png"/><Relationship Id="rId7" Type="http://schemas.openxmlformats.org/officeDocument/2006/relationships/image" Target="../media/image-13-2.png"/><Relationship Id="rId8" Type="http://schemas.openxmlformats.org/officeDocument/2006/relationships/image" Target="../media/image-13-2.png"/><Relationship Id="rId9" Type="http://schemas.openxmlformats.org/officeDocument/2006/relationships/image" Target="../media/image-13-2.png"/><Relationship Id="rId10" Type="http://schemas.openxmlformats.org/officeDocument/2006/relationships/image" Target="../media/image-13-2.png"/><Relationship Id="rId11" Type="http://schemas.openxmlformats.org/officeDocument/2006/relationships/image" Target="../media/image-13-2.png"/><Relationship Id="rId12" Type="http://schemas.openxmlformats.org/officeDocument/2006/relationships/image" Target="../media/image-13-2.png"/><Relationship Id="rId13" Type="http://schemas.openxmlformats.org/officeDocument/2006/relationships/slideLayout" Target="../slideLayouts/slideLayout16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17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8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dz5CRW/foto-vollbild-1000x420.jp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Maiershirts-Logo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 Verfahren, ein Anspruch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Ehrlich mit Stärken und Grenzen, damit Ihr Motiv da landet, wo es am besten sitzt.</a:t>
            </a:r>
            <a:endParaRPr lang="en-US" sz="12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62179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Digitaldruck</a:t>
            </a:r>
            <a:endParaRPr lang="en-US" sz="1600" dirty="0"/>
          </a:p>
        </p:txBody>
      </p:sp>
      <p:sp>
        <p:nvSpPr>
          <p:cNvPr id="5" name="Text 1"/>
          <p:cNvSpPr txBox="1"/>
          <p:nvPr>
            <p:ph idx="105" type="body" hasCustomPrompt="1"/>
          </p:nvPr>
        </p:nvSpPr>
        <p:spPr>
          <a:xfrm>
            <a:off x="62179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Fotos, viele Farben, Namen und Nummern. Kleine Mengen, gemischte Größen, fast jedes Material.</a:t>
            </a:r>
            <a:endParaRPr lang="en-US" sz="12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126187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60 °C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126187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8" name="Text 4"/>
          <p:cNvSpPr txBox="1"/>
          <p:nvPr>
            <p:ph idx="111" type="body" hasCustomPrompt="1"/>
          </p:nvPr>
        </p:nvSpPr>
        <p:spPr>
          <a:xfrm>
            <a:off x="126187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Vollfarbe</a:t>
            </a:r>
            <a:endParaRPr lang="en-US" sz="1200" dirty="0"/>
          </a:p>
        </p:txBody>
      </p:sp>
      <p:sp>
        <p:nvSpPr>
          <p:cNvPr id="9" name="Text 5"/>
          <p:cNvSpPr txBox="1"/>
          <p:nvPr>
            <p:ph idx="113" type="body" hasCustomPrompt="1"/>
          </p:nvPr>
        </p:nvSpPr>
        <p:spPr>
          <a:xfrm>
            <a:off x="272491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Siebdrucktransfer</a:t>
            </a:r>
            <a:endParaRPr lang="en-US" sz="1600" dirty="0"/>
          </a:p>
        </p:txBody>
      </p:sp>
      <p:sp>
        <p:nvSpPr>
          <p:cNvPr id="10" name="Text 5"/>
          <p:cNvSpPr txBox="1"/>
          <p:nvPr>
            <p:ph idx="114" type="body" hasCustomPrompt="1"/>
          </p:nvPr>
        </p:nvSpPr>
        <p:spPr>
          <a:xfrm>
            <a:off x="272491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Serien mit gleichem Motiv: Team-, Vereins- und Workwear. Exaktes Farb-Match, lagerbar für Nachbestellungen.</a:t>
            </a:r>
            <a:endParaRPr lang="en-US" sz="1200" dirty="0"/>
          </a:p>
        </p:txBody>
      </p:sp>
      <p:sp>
        <p:nvSpPr>
          <p:cNvPr id="11" name="Text 6"/>
          <p:cNvSpPr txBox="1"/>
          <p:nvPr>
            <p:ph idx="116" type="body" hasCustomPrompt="1"/>
          </p:nvPr>
        </p:nvSpPr>
        <p:spPr>
          <a:xfrm>
            <a:off x="336499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50+ Wäschen</a:t>
            </a:r>
            <a:endParaRPr lang="en-US" sz="1200" dirty="0"/>
          </a:p>
        </p:txBody>
      </p:sp>
      <p:sp>
        <p:nvSpPr>
          <p:cNvPr id="12" name="Text 7"/>
          <p:cNvSpPr txBox="1"/>
          <p:nvPr>
            <p:ph idx="118" type="body" hasCustomPrompt="1"/>
          </p:nvPr>
        </p:nvSpPr>
        <p:spPr>
          <a:xfrm>
            <a:off x="336499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200" dirty="0"/>
          </a:p>
        </p:txBody>
      </p:sp>
      <p:sp>
        <p:nvSpPr>
          <p:cNvPr id="13" name="Text 8"/>
          <p:cNvSpPr txBox="1"/>
          <p:nvPr>
            <p:ph idx="120" type="body" hasCustomPrompt="1"/>
          </p:nvPr>
        </p:nvSpPr>
        <p:spPr>
          <a:xfrm>
            <a:off x="336499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Sonderfarben</a:t>
            </a:r>
            <a:endParaRPr lang="en-US" sz="1200" dirty="0"/>
          </a:p>
        </p:txBody>
      </p:sp>
      <p:sp>
        <p:nvSpPr>
          <p:cNvPr id="14" name="Text 9"/>
          <p:cNvSpPr txBox="1"/>
          <p:nvPr>
            <p:ph idx="122" type="body" hasCustomPrompt="1"/>
          </p:nvPr>
        </p:nvSpPr>
        <p:spPr>
          <a:xfrm>
            <a:off x="482803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Spezialtransfer</a:t>
            </a:r>
            <a:endParaRPr lang="en-US" sz="1600" dirty="0"/>
          </a:p>
        </p:txBody>
      </p:sp>
      <p:sp>
        <p:nvSpPr>
          <p:cNvPr id="15" name="Text 9"/>
          <p:cNvSpPr txBox="1"/>
          <p:nvPr>
            <p:ph idx="123" type="body" hasCustomPrompt="1"/>
          </p:nvPr>
        </p:nvSpPr>
        <p:spPr>
          <a:xfrm>
            <a:off x="482803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Berufskleidung mit Industriewäsche: Handwerk, Pflege, Gastro. Übersteht, wo normale Drucke versagen.</a:t>
            </a:r>
            <a:endParaRPr lang="en-US" sz="1200" dirty="0"/>
          </a:p>
        </p:txBody>
      </p:sp>
      <p:sp>
        <p:nvSpPr>
          <p:cNvPr id="16" name="Text 10"/>
          <p:cNvSpPr txBox="1"/>
          <p:nvPr>
            <p:ph idx="125" type="body" hasCustomPrompt="1"/>
          </p:nvPr>
        </p:nvSpPr>
        <p:spPr>
          <a:xfrm>
            <a:off x="546811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90 °C</a:t>
            </a:r>
            <a:endParaRPr lang="en-US" sz="1200" dirty="0"/>
          </a:p>
        </p:txBody>
      </p:sp>
      <p:sp>
        <p:nvSpPr>
          <p:cNvPr id="17" name="Text 11"/>
          <p:cNvSpPr txBox="1"/>
          <p:nvPr>
            <p:ph idx="127" type="body" hasCustomPrompt="1"/>
          </p:nvPr>
        </p:nvSpPr>
        <p:spPr>
          <a:xfrm>
            <a:off x="546811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200" dirty="0"/>
          </a:p>
        </p:txBody>
      </p:sp>
      <p:sp>
        <p:nvSpPr>
          <p:cNvPr id="18" name="Text 12"/>
          <p:cNvSpPr txBox="1"/>
          <p:nvPr>
            <p:ph idx="129" type="body" hasCustomPrompt="1"/>
          </p:nvPr>
        </p:nvSpPr>
        <p:spPr>
          <a:xfrm>
            <a:off x="546811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Vollton</a:t>
            </a:r>
            <a:endParaRPr lang="en-US" sz="1200" dirty="0"/>
          </a:p>
        </p:txBody>
      </p:sp>
      <p:sp>
        <p:nvSpPr>
          <p:cNvPr id="19" name="Text 13"/>
          <p:cNvSpPr txBox="1"/>
          <p:nvPr>
            <p:ph idx="131" type="body" hasCustomPrompt="1"/>
          </p:nvPr>
        </p:nvSpPr>
        <p:spPr>
          <a:xfrm>
            <a:off x="6931152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20" name="Text 13"/>
          <p:cNvSpPr txBox="1"/>
          <p:nvPr>
            <p:ph idx="132" type="body" hasCustomPrompt="1"/>
          </p:nvPr>
        </p:nvSpPr>
        <p:spPr>
          <a:xfrm>
            <a:off x="6931152" y="193852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Polos, Caps, Jacken und Workwear. Edler, erhabener Look für Logos. Schrift ab ca. 6 mm Höhe.</a:t>
            </a:r>
            <a:endParaRPr lang="en-US" sz="1200" dirty="0"/>
          </a:p>
        </p:txBody>
      </p:sp>
      <p:sp>
        <p:nvSpPr>
          <p:cNvPr id="21" name="Text 14"/>
          <p:cNvSpPr txBox="1"/>
          <p:nvPr>
            <p:ph idx="134" type="body" hasCustomPrompt="1"/>
          </p:nvPr>
        </p:nvSpPr>
        <p:spPr>
          <a:xfrm>
            <a:off x="7571232" y="30906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95 °C</a:t>
            </a:r>
            <a:endParaRPr lang="en-US" sz="1200" dirty="0"/>
          </a:p>
        </p:txBody>
      </p:sp>
      <p:sp>
        <p:nvSpPr>
          <p:cNvPr id="22" name="Text 15"/>
          <p:cNvSpPr txBox="1"/>
          <p:nvPr>
            <p:ph idx="136" type="body" hasCustomPrompt="1"/>
          </p:nvPr>
        </p:nvSpPr>
        <p:spPr>
          <a:xfrm>
            <a:off x="7571232" y="34198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 Stück</a:t>
            </a:r>
            <a:endParaRPr lang="en-US" sz="1200" dirty="0"/>
          </a:p>
        </p:txBody>
      </p:sp>
      <p:sp>
        <p:nvSpPr>
          <p:cNvPr id="23" name="Text 16"/>
          <p:cNvSpPr txBox="1"/>
          <p:nvPr>
            <p:ph idx="138" type="body" hasCustomPrompt="1"/>
          </p:nvPr>
        </p:nvSpPr>
        <p:spPr>
          <a:xfrm>
            <a:off x="7571232" y="37490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Garnfarben</a:t>
            </a:r>
            <a:endParaRPr lang="en-US" sz="1200" dirty="0"/>
          </a:p>
        </p:txBody>
      </p:sp>
      <p:sp>
        <p:nvSpPr>
          <p:cNvPr id="24" name="Text 16"/>
          <p:cNvSpPr txBox="1"/>
          <p:nvPr>
            <p:ph idx="139" type="body" hasCustomPrompt="1"/>
          </p:nvPr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 entschieden: </a:t>
            </a:r>
            <a:pPr algn="l" indent="0" marL="0">
              <a:buNone/>
            </a:pPr>
            <a:r>
              <a:rPr lang="en-US" sz="12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und viele Farben → Digitaldruck · Exakte Farbe in Serie → Siebdrucktransfer · Industriewäsche → Spezialtransfer · Edler Logo-Look → Stickerei. Auf Anfrage: Sublimation und Siebdruck direkt.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dz5CRW/foto-textil-1-290x19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dz5CRW/foto-textil-2-290x190.jp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Beechfield Original · 6 Panel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Einheitsgröße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12,90 €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dz5CRW/foto-textil-3-290x190.jp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(1/2)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dz5CRW/ref-unternehmen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dz5CRW/ref-unternehmen-0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dz5CRW/ref-unternehmen-0-2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dz5CRW/ref-unternehmen-0-3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dz5CRW/ref-unternehmen-0-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dz5CRW/ref-unternehmen-0-5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dz5CRW/ref-unternehmen-0-6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dz5CRW/ref-unternehmen-0-7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dz5CRW/ref-unternehmen-0-8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dz5CRW/ref-unternehmen-0-9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dz5CRW/ref-unternehmen-0-10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5398727" y="3685032"/>
            <a:ext cx="449666" cy="448056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dz5CRW/ref-unternehmen-0-11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7022592" y="3765694"/>
            <a:ext cx="1408176" cy="28673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 (2/2)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Viele weitere Unternehmen und Teams aus der Region lassen bei uns veredeln.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dz5CRW/ref-unternehmen-1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1169090" y="1490472"/>
            <a:ext cx="496461" cy="448056"/>
          </a:xfrm>
          <a:prstGeom prst="rect">
            <a:avLst/>
          </a:prstGeom>
        </p:spPr>
      </p:pic>
      <p:pic>
        <p:nvPicPr>
          <p:cNvPr id="5" name="Image 1" descr="/var/folders/hm/sgq6d80d0vq133k7n8dc9bnw0000gn/T/maiershirts-dz5CRW/ph-logo-446x194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670048" y="1344168"/>
            <a:ext cx="1700784" cy="740664"/>
          </a:xfrm>
          <a:prstGeom prst="rect">
            <a:avLst/>
          </a:prstGeom>
        </p:spPr>
      </p:pic>
      <p:pic>
        <p:nvPicPr>
          <p:cNvPr id="6" name="Image 2" descr="/var/folders/hm/sgq6d80d0vq133k7n8dc9bnw0000gn/T/maiershirts-dz5CRW/ph-logo-446x194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773168" y="1344168"/>
            <a:ext cx="1700784" cy="740664"/>
          </a:xfrm>
          <a:prstGeom prst="rect">
            <a:avLst/>
          </a:prstGeom>
        </p:spPr>
      </p:pic>
      <p:pic>
        <p:nvPicPr>
          <p:cNvPr id="7" name="Image 3" descr="/var/folders/hm/sgq6d80d0vq133k7n8dc9bnw0000gn/T/maiershirts-dz5CRW/ph-logo-446x19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6876288" y="1344168"/>
            <a:ext cx="1700784" cy="740664"/>
          </a:xfrm>
          <a:prstGeom prst="rect">
            <a:avLst/>
          </a:prstGeom>
        </p:spPr>
      </p:pic>
      <p:pic>
        <p:nvPicPr>
          <p:cNvPr id="8" name="Image 4" descr="/var/folders/hm/sgq6d80d0vq133k7n8dc9bnw0000gn/T/maiershirts-dz5CRW/ph-logo-446x194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566928" y="2441448"/>
            <a:ext cx="1700784" cy="740664"/>
          </a:xfrm>
          <a:prstGeom prst="rect">
            <a:avLst/>
          </a:prstGeom>
        </p:spPr>
      </p:pic>
      <p:pic>
        <p:nvPicPr>
          <p:cNvPr id="9" name="Image 5" descr="/var/folders/hm/sgq6d80d0vq133k7n8dc9bnw0000gn/T/maiershirts-dz5CRW/ph-logo-446x194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670048" y="2441448"/>
            <a:ext cx="1700784" cy="740664"/>
          </a:xfrm>
          <a:prstGeom prst="rect">
            <a:avLst/>
          </a:prstGeom>
        </p:spPr>
      </p:pic>
      <p:pic>
        <p:nvPicPr>
          <p:cNvPr id="10" name="Image 6" descr="/var/folders/hm/sgq6d80d0vq133k7n8dc9bnw0000gn/T/maiershirts-dz5CRW/ph-logo-446x194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4773168" y="2441448"/>
            <a:ext cx="1700784" cy="740664"/>
          </a:xfrm>
          <a:prstGeom prst="rect">
            <a:avLst/>
          </a:prstGeom>
        </p:spPr>
      </p:pic>
      <p:pic>
        <p:nvPicPr>
          <p:cNvPr id="11" name="Image 7" descr="/var/folders/hm/sgq6d80d0vq133k7n8dc9bnw0000gn/T/maiershirts-dz5CRW/ph-logo-446x19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441448"/>
            <a:ext cx="1700784" cy="740664"/>
          </a:xfrm>
          <a:prstGeom prst="rect">
            <a:avLst/>
          </a:prstGeom>
        </p:spPr>
      </p:pic>
      <p:pic>
        <p:nvPicPr>
          <p:cNvPr id="12" name="Image 8" descr="/var/folders/hm/sgq6d80d0vq133k7n8dc9bnw0000gn/T/maiershirts-dz5CRW/ph-logo-446x19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566928" y="3538728"/>
            <a:ext cx="1700784" cy="740664"/>
          </a:xfrm>
          <a:prstGeom prst="rect">
            <a:avLst/>
          </a:prstGeom>
        </p:spPr>
      </p:pic>
      <p:pic>
        <p:nvPicPr>
          <p:cNvPr id="13" name="Image 9" descr="/var/folders/hm/sgq6d80d0vq133k7n8dc9bnw0000gn/T/maiershirts-dz5CRW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2670048" y="3538728"/>
            <a:ext cx="1700784" cy="740664"/>
          </a:xfrm>
          <a:prstGeom prst="rect">
            <a:avLst/>
          </a:prstGeom>
        </p:spPr>
      </p:pic>
      <p:pic>
        <p:nvPicPr>
          <p:cNvPr id="14" name="Image 10" descr="/var/folders/hm/sgq6d80d0vq133k7n8dc9bnw0000gn/T/maiershirts-dz5CRW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5" name="Image 11" descr="/var/folders/hm/sgq6d80d0vq133k7n8dc9bnw0000gn/T/maiershirts-dz5CRW/ph-logo-446x194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91440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Eine Auswahl. Vom Trikotsatz bis zur Fanausstattung, für Vereine aus der ganzen Region.</a:t>
            </a:r>
            <a:endParaRPr lang="en-US" sz="1200" dirty="0"/>
          </a:p>
        </p:txBody>
      </p:sp>
      <p:pic>
        <p:nvPicPr>
          <p:cNvPr id="4" name="Image 0" descr="/var/folders/hm/sgq6d80d0vq133k7n8dc9bnw0000gn/T/maiershirts-dz5CRW/ref-vereine-0-0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6" name="Image 1" descr="/var/folders/hm/sgq6d80d0vq133k7n8dc9bnw0000gn/T/maiershirts-dz5CRW/ref-vereine-0-1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8" name="Image 2" descr="/var/folders/hm/sgq6d80d0vq133k7n8dc9bnw0000gn/T/maiershirts-dz5CRW/ref-vereine-0-2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10" name="Image 3" descr="/var/folders/hm/sgq6d80d0vq133k7n8dc9bnw0000gn/T/maiershirts-dz5CRW/ref-vereine-0-3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2" name="Image 4" descr="/var/folders/hm/sgq6d80d0vq133k7n8dc9bnw0000gn/T/maiershirts-dz5CRW/ref-vereine-0-4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4" name="Image 5" descr="/var/folders/hm/sgq6d80d0vq133k7n8dc9bnw0000gn/T/maiershirts-dz5CRW/ref-vereine-0-5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6" name="Image 6" descr="/var/folders/hm/sgq6d80d0vq133k7n8dc9bnw0000gn/T/maiershirts-dz5CRW/ref-vereine-0-6.png">    </p:cNvPr>
          <p:cNvPicPr>
            <a:picLocks noChangeAspect="1"/>
          </p:cNvPicPr>
          <p:nvPr>
            <p:ph idx="115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7" name="Text 0"/>
          <p:cNvSpPr txBox="1"/>
          <p:nvPr>
            <p:ph idx="116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8" name="Image 7" descr="/var/folders/hm/sgq6d80d0vq133k7n8dc9bnw0000gn/T/maiershirts-dz5CRW/ref-vereine-0-7.png">    </p:cNvPr>
          <p:cNvPicPr>
            <a:picLocks noChangeAspect="1"/>
          </p:cNvPicPr>
          <p:nvPr>
            <p:ph idx="117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022592" y="3098331"/>
            <a:ext cx="1408176" cy="652193"/>
          </a:xfrm>
          <a:prstGeom prst="rect">
            <a:avLst/>
          </a:prstGeom>
        </p:spPr>
      </p:pic>
      <p:sp>
        <p:nvSpPr>
          <p:cNvPr id="19" name="Text 0"/>
          <p:cNvSpPr txBox="1"/>
          <p:nvPr>
            <p:ph idx="118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Wurmlingen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dz5CRW/foto-bild-440x350.jp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dz5CRW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dz5CRW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2026-09-15T18:12:35Z</dcterms:created>
  <dcterms:modified xsi:type="dcterms:W3CDTF">2026-09-15T18:12:35Z</dcterms:modified>
</cp:coreProperties>
</file>