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1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MS_PROJEKTE: ein großes und drei kleine Fotos mit Kunde und Kurztext im Bild (Folie 2 von 2). Einträge in assets/fotos/projekte.json, Fotos daneben; der Build legt einen dunklen Verlauf unter die Bildunterschrift.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MS_PROJEKT_KUNDE: ein Kunde im Detail. Text links (Aufgabe, Umsetzung), Kollektionsfoto oben rechts, drei Einzelteile darunter mit Beschriftung. Fotos aus assets/fotos/isic-*.jpg.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2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9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0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zuletzt umgesetzt haben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663440" y="1234440"/>
            <a:ext cx="19659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12280" y="1234440"/>
            <a:ext cx="187452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663440" y="2926080"/>
            <a:ext cx="4023360" cy="1508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Kunde</a:t>
            </a: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gemacht haben</a:t>
            </a:r>
            <a:endParaRPr lang="en-US" sz="10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JEKT_KU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Branche · Ort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3657600" y="1234440"/>
            <a:ext cx="50292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3657600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381244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7104888" y="3200400"/>
            <a:ext cx="158191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Teil</a:t>
            </a:r>
            <a:endParaRPr lang="en-US" sz="1000" dirty="0"/>
          </a:p>
        </p:txBody>
      </p:sp>
      <p:sp>
        <p:nvSpPr>
          <p:cNvPr id="13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1018</a:t>
            </a:fld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1019</a:t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1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slideLayout" Target="../slideLayouts/slideLayout1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slideLayout" Target="../slideLayouts/slideLayout18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3.png"/><Relationship Id="rId5" Type="http://schemas.openxmlformats.org/officeDocument/2006/relationships/image" Target="../media/image-16-3.png"/><Relationship Id="rId6" Type="http://schemas.openxmlformats.org/officeDocument/2006/relationships/image" Target="../media/image-16-3.png"/><Relationship Id="rId7" Type="http://schemas.openxmlformats.org/officeDocument/2006/relationships/image" Target="../media/image-16-3.png"/><Relationship Id="rId8" Type="http://schemas.openxmlformats.org/officeDocument/2006/relationships/image" Target="../media/image-16-3.png"/><Relationship Id="rId9" Type="http://schemas.openxmlformats.org/officeDocument/2006/relationships/image" Target="../media/image-16-3.png"/><Relationship Id="rId10" Type="http://schemas.openxmlformats.org/officeDocument/2006/relationships/image" Target="../media/image-16-3.png"/><Relationship Id="rId11" Type="http://schemas.openxmlformats.org/officeDocument/2006/relationships/image" Target="../media/image-16-3.png"/><Relationship Id="rId12" Type="http://schemas.openxmlformats.org/officeDocument/2006/relationships/image" Target="../media/image-16-3.png"/><Relationship Id="rId13" Type="http://schemas.openxmlformats.org/officeDocument/2006/relationships/slideLayout" Target="../slideLayouts/slideLayout18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19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0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fWELcy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fWELcy/foto-projekt-1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Crew-Shirts zum 125-jährigen Jubiläum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fWELcy/foto-projekt-2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ROX Herrenberg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Kletterer-Motiv im Vollfarbdruck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fWELcy/foto-projekt-3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Biwakschachtel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Kepi Climbing Team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fWELcy/foto-projekt-4-440x165.jp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3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Trainingslager-Shirts mit Vereinslogo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aus der Praxis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Beispiele aus der Werkstatt, vom Vereinsjubiläum bis zur Workwear.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fWELcy/foto-projekt-5-440x350.jp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94360" y="38679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594360" y="41422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 mit Firmenlogo</a:t>
            </a:r>
            <a:endParaRPr lang="en-US" sz="1000" dirty="0"/>
          </a:p>
        </p:txBody>
      </p:sp>
      <p:pic>
        <p:nvPicPr>
          <p:cNvPr id="7" name="Image 1" descr="/var/folders/hm/sgq6d80d0vq133k7n8dc9bnw0000gn/T/maiershirts-fWELcy/foto-projekt-6-215x165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4663440" y="1234440"/>
            <a:ext cx="1965960" cy="15087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800600" y="22677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Broghammer</a:t>
            </a:r>
            <a:endParaRPr lang="en-US" sz="13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00600" y="250545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Workwear-Shirts</a:t>
            </a:r>
            <a:endParaRPr lang="en-US" sz="1000" dirty="0"/>
          </a:p>
        </p:txBody>
      </p:sp>
      <p:pic>
        <p:nvPicPr>
          <p:cNvPr id="10" name="Image 2" descr="/var/folders/hm/sgq6d80d0vq133k7n8dc9bnw0000gn/T/maiershirts-fWELcy/foto-projekt-7-205x165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812280" y="1234440"/>
            <a:ext cx="1874520" cy="150876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949440" y="226771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Ämmerles</a:t>
            </a:r>
            <a:endParaRPr lang="en-US" sz="13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Schürzen mit Vollfarbmotiv</a:t>
            </a:r>
            <a:endParaRPr lang="en-US" sz="1000" dirty="0"/>
          </a:p>
        </p:txBody>
      </p:sp>
      <p:pic>
        <p:nvPicPr>
          <p:cNvPr id="13" name="Image 3" descr="/var/folders/hm/sgq6d80d0vq133k7n8dc9bnw0000gn/T/maiershirts-fWELcy/ph-foto-1056x396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4663440" y="2926080"/>
            <a:ext cx="4023360" cy="1508760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13" type="body" hasCustomPrompt="1"/>
          </p:nvPr>
        </p:nvSpPr>
        <p:spPr>
          <a:xfrm>
            <a:off x="4800600" y="39593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800600" y="41970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Emin Isic Montagebau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Montagebetrieb, Tübingen · Arbeitskleidung für das ganze Team</a:t>
            </a:r>
            <a:endParaRPr lang="en-US" sz="12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123444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Aufgabe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Einheitliche Arbeitskleidung vom Polo bis zum Sweatshirt, mit Firmenlogo auf der Brust und Handwerker-Motiv auf dem Rücken.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Umsetzung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Polo-Shirts und Zip-Sweatshirts in Weiß, Logo auf Brust und Ärmel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in Weiß und Rot mit Rückenmotiv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Einfarbiger Druck, waschbeständig für den Baustellenalltag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Artikel sind im System hinterlegt, Nachbestellung jederzeit möglich</a:t>
            </a:r>
            <a:endParaRPr lang="en-US" sz="1600" dirty="0"/>
          </a:p>
        </p:txBody>
      </p:sp>
      <p:pic>
        <p:nvPicPr>
          <p:cNvPr id="5" name="Image 0" descr="/var/folders/hm/sgq6d80d0vq133k7n8dc9bnw0000gn/T/maiershirts-fWELcy/foto-isic-kollektion-550x200.jp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3657600" y="1234440"/>
            <a:ext cx="5029200" cy="1828800"/>
          </a:xfrm>
          <a:prstGeom prst="rect">
            <a:avLst/>
          </a:prstGeom>
        </p:spPr>
      </p:pic>
      <p:pic>
        <p:nvPicPr>
          <p:cNvPr id="6" name="Image 1" descr="/var/folders/hm/sgq6d80d0vq133k7n8dc9bnw0000gn/T/maiershirts-fWELcy/foto-isic-polo-173x130.jp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657600" y="3200400"/>
            <a:ext cx="1581912" cy="1188720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657600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</a:t>
            </a:r>
            <a:endParaRPr lang="en-US" sz="1000" dirty="0"/>
          </a:p>
        </p:txBody>
      </p:sp>
      <p:pic>
        <p:nvPicPr>
          <p:cNvPr id="8" name="Image 2" descr="/var/folders/hm/sgq6d80d0vq133k7n8dc9bnw0000gn/T/maiershirts-fWELcy/foto-isic-zip-173x130.jp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81244" y="3200400"/>
            <a:ext cx="1581912" cy="1188720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5381244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Zip-Sweatshirt</a:t>
            </a:r>
            <a:endParaRPr lang="en-US" sz="1000" dirty="0"/>
          </a:p>
        </p:txBody>
      </p:sp>
      <p:pic>
        <p:nvPicPr>
          <p:cNvPr id="10" name="Image 3" descr="/var/folders/hm/sgq6d80d0vq133k7n8dc9bnw0000gn/T/maiershirts-fWELcy/foto-isic-shirt-173x130.jp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04888" y="3200400"/>
            <a:ext cx="1581912" cy="1188720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7104888" y="4416552"/>
            <a:ext cx="1581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T-Shirt, Rückenmotiv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fWELcy/foto-textil-1-290x19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fWELcy/foto-textil-2-290x190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Beechfield Original · 6 Panel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Einheitsgröße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12,90 €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fWELcy/foto-textil-3-290x190.jp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fWELcy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fWELcy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fWELcy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fWELcy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fWELcy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fWELcy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fWELcy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fWELcy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fWELcy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fWELcy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fWELcy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fWELcy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fWELcy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fWELcy/ref-unternehmen-1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925480" y="1490472"/>
            <a:ext cx="1189919" cy="448056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fWELcy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fWELcy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fWELcy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fWELcy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fWELcy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fWELcy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fWELcy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fWELcy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fWELcy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fWELcy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fWELcy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fWELcy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fWELcy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fWELcy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fWELcy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fWELcy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fWELcy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fWELcy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fWELcy/foto-bild-440x35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fWELcy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fWELcy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2026-09-15T19:12:07Z</dcterms:created>
  <dcterms:modified xsi:type="dcterms:W3CDTF">2026-09-15T19:12:07Z</dcterms:modified>
</cp:coreProperties>
</file>