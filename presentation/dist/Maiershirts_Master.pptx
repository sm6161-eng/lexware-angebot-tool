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10 Logo(s) aus assets/referenzen/unternehmen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>
            <p:ph idx="115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8" name="Text 0"/>
          <p:cNvSpPr/>
          <p:nvPr>
            <p:ph idx="116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0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1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3efGbV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3efGbV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3efGbV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3efGbV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3efGbV/ref-unternehmen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4" name="Image 1" descr="/var/folders/hm/sgq6d80d0vq133k7n8dc9bnw0000gn/T/maiershirts-3efGbV/ref-unternehmen-1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5" name="Image 2" descr="/var/folders/hm/sgq6d80d0vq133k7n8dc9bnw0000gn/T/maiershirts-3efGbV/ref-unternehmen-2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6" name="Image 3" descr="/var/folders/hm/sgq6d80d0vq133k7n8dc9bnw0000gn/T/maiershirts-3efGbV/ref-unternehmen-3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7" name="Image 4" descr="/var/folders/hm/sgq6d80d0vq133k7n8dc9bnw0000gn/T/maiershirts-3efGbV/ref-unternehmen-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8" name="Image 5" descr="/var/folders/hm/sgq6d80d0vq133k7n8dc9bnw0000gn/T/maiershirts-3efGbV/ref-unternehmen-5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9" name="Image 6" descr="/var/folders/hm/sgq6d80d0vq133k7n8dc9bnw0000gn/T/maiershirts-3efGbV/ref-unternehmen-6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0" name="Image 7" descr="/var/folders/hm/sgq6d80d0vq133k7n8dc9bnw0000gn/T/maiershirts-3efGbV/ref-unternehmen-7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1" name="Image 8" descr="/var/folders/hm/sgq6d80d0vq133k7n8dc9bnw0000gn/T/maiershirts-3efGbV/ref-unternehmen-8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2" name="Image 9" descr="/var/folders/hm/sgq6d80d0vq133k7n8dc9bnw0000gn/T/maiershirts-3efGbV/ref-unternehmen-9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3" name="Image 10" descr="/var/folders/hm/sgq6d80d0vq133k7n8dc9bnw0000gn/T/maiershirts-3efGbV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4" name="Image 11" descr="/var/folders/hm/sgq6d80d0vq133k7n8dc9bnw0000gn/T/maiershirts-3efGbV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3efGbV/ref-vereine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5" name="Image 1" descr="/var/folders/hm/sgq6d80d0vq133k7n8dc9bnw0000gn/T/maiershirts-3efGbV/ref-vereine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7" name="Image 2" descr="/var/folders/hm/sgq6d80d0vq133k7n8dc9bnw0000gn/T/maiershirts-3efGbV/ref-vereine-2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9" name="Image 3" descr="/var/folders/hm/sgq6d80d0vq133k7n8dc9bnw0000gn/T/maiershirts-3efGbV/ref-vereine-3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1" name="Image 4" descr="/var/folders/hm/sgq6d80d0vq133k7n8dc9bnw0000gn/T/maiershirts-3efGbV/ref-vereine-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3" name="Image 5" descr="/var/folders/hm/sgq6d80d0vq133k7n8dc9bnw0000gn/T/maiershirts-3efGbV/ref-vereine-5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5" name="Image 6" descr="/var/folders/hm/sgq6d80d0vq133k7n8dc9bnw0000gn/T/maiershirts-3efGbV/ref-vereine-6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6" name="Text 0"/>
          <p:cNvSpPr txBox="1"/>
          <p:nvPr>
            <p:ph idx="115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7" name="Image 7" descr="/var/folders/hm/sgq6d80d0vq133k7n8dc9bnw0000gn/T/maiershirts-3efGbV/ref-vereine-7.png">    </p:cNvPr>
          <p:cNvPicPr>
            <a:picLocks noChangeAspect="1"/>
          </p:cNvPicPr>
          <p:nvPr>
            <p:ph idx="116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3efGbV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3efGbV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3efGbV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2026-09-15T14:23:24Z</dcterms:created>
  <dcterms:modified xsi:type="dcterms:W3CDTF">2026-09-15T14:23:24Z</dcterms:modified>
</cp:coreProperties>
</file>