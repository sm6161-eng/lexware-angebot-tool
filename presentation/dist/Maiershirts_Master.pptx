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MS_TITEL. Für ein Kundenangebot: Feld „Firmenpräsentation“ durch „Angebot für: Kunde · Projekt“ ersetzen, Datum und Angebotsnummer eintragen.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MS_FREI_SAND: Text links, vier Karten rechts.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MS_BILD_VOLL: Foto über die volle Breite, Bildunterschrift darunter.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MS_PROZESS: vier nummerierte Schritte.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MS_VERFAHREN: vier Verfahren mit Einsatzgebiet und Kennwerten. Inhalte aus dem Veredelungs-Leitfaden. Handmuster-Karte zum Termin mitnehmen.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MS_ABSCHNITT: Nummer, Titel, Kurzbeschreibung.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MS_PROZESS als Vereinsshop-Folie. Ansprache „ihr“, passend zum Vereinsteil.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MS_KOLLEKTION: bis zu zwölf Artikel mit Mockup und Name. Quelle: assets/fotos/kollektionen/spg.json (aus dem Shopify-Vereinsshop).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MS_KOLLEKTION: bis zu zwölf Artikel mit Mockup und Name. Quelle: assets/fotos/kollektionen/spg.json (aus dem Shopify-Vereinsshop).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MS_PROJEKTE: ein großes und drei kleine Fotos mit Kunde und Kurztext im Bild. Einträge in assets/fotos/projekte-vereine.json, Fotos daneben.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MS_REFERENZEN_WAPPEN: 8 Logo-Felder, 8 belegt aus assets/referenzen/vereine. Logo per Klick auf ein Feld einsetzen; bei Beschnitt: Bildformat → Zuschneiden → Anpassen.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MS_ABSCHNITT: Nummer, Titel, Kurzbeschreibung.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MS_PROJEKTE: ein großes und drei kleine Fotos mit Kunde und Kurztext im Bild. Einträge in assets/fotos/projekte-unternehmen.json, Fotos daneben.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MS_PROJEKT_KUNDE: ein Kunde im Detail. Text links, Kollektionsfoto oben rechts, drei Einzelteile darunter.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MS_REFERENZEN: 16 Logo-Felder, 14 belegt aus assets/referenzen/unternehmen. Logo per Klick auf ein Feld einsetzen; bei Beschnitt: Bildformat → Zuschneiden → Anpassen.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MS_ABSCHLUSS. Porträt und QR-Code sind Platzhalterbilder: eigenes Foto und einen echten QR-Code (z. B. auf maiershirts.de) einsetzen.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MS_TITEL-image-2.pn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MS_ABSCHNITT-image-2.png"/><Relationship Id="rId3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6-1.png"/><Relationship Id="rId2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7-1.png"/><Relationship Id="rId2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8-1.png"/><Relationship Id="rId2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9-1.png"/><Relationship Id="rId2" Type="http://schemas.openxmlformats.org/officeDocument/2006/relationships/image" Target="../media/MS_BILD_VOLL-image-2.png"/><Relationship Id="rId3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0-1.png"/><Relationship Id="rId2" Type="http://schemas.openxmlformats.org/officeDocument/2006/relationships/image" Target="../media/MS_KENNZAHLEN-image-2.png"/><Relationship Id="rId3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1-1.png"/><Relationship Id="rId2" Type="http://schemas.openxmlformats.org/officeDocument/2006/relationships/image" Target="../media/MS_PROZESS-image-2.png"/><Relationship Id="rId3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2-1.png"/><Relationship Id="rId2" Type="http://schemas.openxmlformats.org/officeDocument/2006/relationships/image" Target="../media/MS_VERFAHREN-image-2.png"/><Relationship Id="rId3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3-1.png"/><Relationship Id="rId2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4-1.png"/><Relationship Id="rId2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5-1.png"/><Relationship Id="rId2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6-1.png"/><Relationship Id="rId2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7-1.png"/><Relationship Id="rId2" Type="http://schemas.openxmlformats.org/officeDocument/2006/relationships/image" Target="../media/MS_PREISSTAFFEL-image-2.png"/><Relationship Id="rId3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8-1.png"/><Relationship Id="rId2" Type="http://schemas.openxmlformats.org/officeDocument/2006/relationships/image" Target="../media/MS_ANGEBOT-image-2.png"/><Relationship Id="rId3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9-1.png"/><Relationship Id="rId2" Type="http://schemas.openxmlformats.org/officeDocument/2006/relationships/image" Target="../media/MS_REFERENZEN-image-2.png"/><Relationship Id="rId3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20-1.png"/><Relationship Id="rId2" Type="http://schemas.openxmlformats.org/officeDocument/2006/relationships/image" Target="../media/MS_REFERENZEN_WAPPEN-image-2.png"/><Relationship Id="rId3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21-1.png"/><Relationship Id="rId2" Type="http://schemas.openxmlformats.org/officeDocument/2006/relationships/image" Target="../media/MS_ABSCHLUSS-image-2.png"/><Relationship Id="rId3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TITEL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ligh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457200"/>
            <a:ext cx="1463040" cy="804672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691640"/>
            <a:ext cx="658368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Titel der Präsentation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926080"/>
            <a:ext cx="658368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8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Untertitel</a:t>
            </a:r>
            <a:endParaRPr lang="en-US" sz="18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3794760"/>
            <a:ext cx="658368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Angebot für: Kunde · Projekt</a:t>
            </a:r>
            <a:endParaRPr lang="en-US" sz="16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548640" y="4206240"/>
            <a:ext cx="658368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Datum · Angebotsnummer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ABSCHNIT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ligh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457200"/>
            <a:ext cx="1463040" cy="804672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371600"/>
            <a:ext cx="274320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400" b="1" dirty="0">
                <a:solidFill>
                  <a:srgbClr val="819E72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5400" b="1" dirty="0">
                <a:solidFill>
                  <a:srgbClr val="819E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54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48640" y="2286000"/>
            <a:ext cx="658368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Abschnittstitel</a:t>
            </a:r>
            <a:endParaRPr lang="en-US" sz="36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3154680"/>
            <a:ext cx="658368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Kurzbeschreibung des Abschnitts</a:t>
            </a:r>
            <a:endParaRPr lang="en-US" sz="16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INHA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234440"/>
            <a:ext cx="8229600" cy="3200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 eingeben</a:t>
            </a:r>
            <a:endParaRPr lang="en-US" sz="1600" dirty="0"/>
          </a:p>
        </p:txBody>
      </p:sp>
      <p:sp>
        <p:nvSpPr>
          <p:cNvPr id="5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INHALT_SAND">
    <p:bg>
      <p:bgPr>
        <a:solidFill>
          <a:srgbClr val="E8DF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234440"/>
            <a:ext cx="8229600" cy="3200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 eingeben</a:t>
            </a:r>
            <a:endParaRPr lang="en-US" sz="1600" dirty="0"/>
          </a:p>
        </p:txBody>
      </p:sp>
      <p:sp>
        <p:nvSpPr>
          <p:cNvPr id="5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FREI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1006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FREI_SAND">
    <p:bg>
      <p:bgPr>
        <a:solidFill>
          <a:srgbClr val="E8DF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1007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BILD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pic" hasCustomPrompt="1"/>
          </p:nvPr>
        </p:nvSpPr>
        <p:spPr>
          <a:xfrm>
            <a:off x="457200" y="1234440"/>
            <a:ext cx="4023360" cy="3200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4846320" y="1234440"/>
            <a:ext cx="3840480" cy="3200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 eingeben</a:t>
            </a:r>
            <a:endParaRPr lang="en-US" sz="1600" dirty="0"/>
          </a:p>
        </p:txBody>
      </p:sp>
      <p:sp>
        <p:nvSpPr>
          <p:cNvPr id="6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1008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BILD_VOLL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pic" hasCustomPrompt="1"/>
          </p:nvPr>
        </p:nvSpPr>
        <p:spPr>
          <a:xfrm>
            <a:off x="0" y="0"/>
            <a:ext cx="9144000" cy="3840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pic>
        <p:nvPicPr>
          <p:cNvPr id="3" name="Image 0" descr="/Users/stefanmaier/Documents/GitHub/lexware-angebot-tool/presentation/assets/logo-ligh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4206240"/>
            <a:ext cx="868680" cy="457200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48640" y="3977640"/>
            <a:ext cx="694944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Bildunterschrift</a:t>
            </a:r>
            <a:endParaRPr lang="en-US" sz="24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4480560"/>
            <a:ext cx="694944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Ergänzung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KENNZAHLE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1554480"/>
            <a:ext cx="219456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4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1.000</a:t>
            </a:r>
            <a:endParaRPr lang="en-US" sz="44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85800" y="2468880"/>
            <a:ext cx="219456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die Zahl bedeutet</a:t>
            </a:r>
            <a:endParaRPr lang="en-US" sz="16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685800" y="3063240"/>
            <a:ext cx="219456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Zeitraum / Quelle</a:t>
            </a:r>
            <a:endParaRPr lang="en-US" sz="1200" dirty="0"/>
          </a:p>
        </p:txBody>
      </p:sp>
      <p:sp>
        <p:nvSpPr>
          <p:cNvPr id="7" name="Text 0"/>
          <p:cNvSpPr/>
          <p:nvPr>
            <p:ph idx="105" type="body" hasCustomPrompt="1"/>
          </p:nvPr>
        </p:nvSpPr>
        <p:spPr>
          <a:xfrm>
            <a:off x="3474720" y="1554480"/>
            <a:ext cx="219456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4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1.000</a:t>
            </a:r>
            <a:endParaRPr lang="en-US" sz="4400" dirty="0"/>
          </a:p>
        </p:txBody>
      </p:sp>
      <p:sp>
        <p:nvSpPr>
          <p:cNvPr id="8" name="Text 0"/>
          <p:cNvSpPr/>
          <p:nvPr>
            <p:ph idx="106" type="body" hasCustomPrompt="1"/>
          </p:nvPr>
        </p:nvSpPr>
        <p:spPr>
          <a:xfrm>
            <a:off x="3474720" y="2468880"/>
            <a:ext cx="219456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die Zahl bedeutet</a:t>
            </a:r>
            <a:endParaRPr lang="en-US" sz="1600" dirty="0"/>
          </a:p>
        </p:txBody>
      </p:sp>
      <p:sp>
        <p:nvSpPr>
          <p:cNvPr id="9" name="Text 0"/>
          <p:cNvSpPr/>
          <p:nvPr>
            <p:ph idx="107" type="body" hasCustomPrompt="1"/>
          </p:nvPr>
        </p:nvSpPr>
        <p:spPr>
          <a:xfrm>
            <a:off x="3474720" y="3063240"/>
            <a:ext cx="219456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Zeitraum / Quelle</a:t>
            </a:r>
            <a:endParaRPr lang="en-US" sz="1200" dirty="0"/>
          </a:p>
        </p:txBody>
      </p:sp>
      <p:sp>
        <p:nvSpPr>
          <p:cNvPr id="10" name="Text 0"/>
          <p:cNvSpPr/>
          <p:nvPr>
            <p:ph idx="108" type="body" hasCustomPrompt="1"/>
          </p:nvPr>
        </p:nvSpPr>
        <p:spPr>
          <a:xfrm>
            <a:off x="6263640" y="1554480"/>
            <a:ext cx="219456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4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1.000</a:t>
            </a:r>
            <a:endParaRPr lang="en-US" sz="4400" dirty="0"/>
          </a:p>
        </p:txBody>
      </p:sp>
      <p:sp>
        <p:nvSpPr>
          <p:cNvPr id="11" name="Text 0"/>
          <p:cNvSpPr/>
          <p:nvPr>
            <p:ph idx="109" type="body" hasCustomPrompt="1"/>
          </p:nvPr>
        </p:nvSpPr>
        <p:spPr>
          <a:xfrm>
            <a:off x="6263640" y="2468880"/>
            <a:ext cx="219456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die Zahl bedeutet</a:t>
            </a:r>
            <a:endParaRPr lang="en-US" sz="1600" dirty="0"/>
          </a:p>
        </p:txBody>
      </p:sp>
      <p:sp>
        <p:nvSpPr>
          <p:cNvPr id="12" name="Text 0"/>
          <p:cNvSpPr/>
          <p:nvPr>
            <p:ph idx="110" type="body" hasCustomPrompt="1"/>
          </p:nvPr>
        </p:nvSpPr>
        <p:spPr>
          <a:xfrm>
            <a:off x="6263640" y="3063240"/>
            <a:ext cx="219456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Zeitraum / Quelle</a:t>
            </a:r>
            <a:endParaRPr lang="en-US" sz="1200" dirty="0"/>
          </a:p>
        </p:txBody>
      </p:sp>
      <p:sp>
        <p:nvSpPr>
          <p:cNvPr id="13" name="Text 0"/>
          <p:cNvSpPr/>
          <p:nvPr>
            <p:ph idx="111" type="body" hasCustomPrompt="1"/>
          </p:nvPr>
        </p:nvSpPr>
        <p:spPr>
          <a:xfrm>
            <a:off x="457200" y="3886200"/>
            <a:ext cx="82296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Hinweis</a:t>
            </a:r>
            <a:endParaRPr lang="en-US" sz="1200" dirty="0"/>
          </a:p>
        </p:txBody>
      </p:sp>
      <p:sp>
        <p:nvSpPr>
          <p:cNvPr id="14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1010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PROZESS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548640" y="16002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2400" dirty="0"/>
          </a:p>
        </p:txBody>
      </p:sp>
      <p:sp>
        <p:nvSpPr>
          <p:cNvPr id="5" name="Text 1"/>
          <p:cNvSpPr/>
          <p:nvPr>
            <p:ph idx="103" type="body" hasCustomPrompt="1"/>
          </p:nvPr>
        </p:nvSpPr>
        <p:spPr>
          <a:xfrm>
            <a:off x="45720" y="2743200"/>
            <a:ext cx="192024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Schritt 1</a:t>
            </a:r>
            <a:endParaRPr lang="en-US" sz="1600" dirty="0"/>
          </a:p>
        </p:txBody>
      </p:sp>
      <p:sp>
        <p:nvSpPr>
          <p:cNvPr id="6" name="Text 1"/>
          <p:cNvSpPr/>
          <p:nvPr>
            <p:ph idx="104" type="body" hasCustomPrompt="1"/>
          </p:nvPr>
        </p:nvSpPr>
        <p:spPr>
          <a:xfrm>
            <a:off x="45720" y="3108960"/>
            <a:ext cx="192024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in diesem Schritt passiert</a:t>
            </a:r>
            <a:endParaRPr lang="en-US" sz="1200" dirty="0"/>
          </a:p>
        </p:txBody>
      </p:sp>
      <p:sp>
        <p:nvSpPr>
          <p:cNvPr id="7" name="Text 1"/>
          <p:cNvSpPr/>
          <p:nvPr/>
        </p:nvSpPr>
        <p:spPr>
          <a:xfrm>
            <a:off x="2651760" y="16002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24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2148840" y="2743200"/>
            <a:ext cx="192024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Schritt 2</a:t>
            </a:r>
            <a:endParaRPr lang="en-US" sz="1600" dirty="0"/>
          </a:p>
        </p:txBody>
      </p:sp>
      <p:sp>
        <p:nvSpPr>
          <p:cNvPr id="9" name="Text 2"/>
          <p:cNvSpPr/>
          <p:nvPr>
            <p:ph idx="107" type="body" hasCustomPrompt="1"/>
          </p:nvPr>
        </p:nvSpPr>
        <p:spPr>
          <a:xfrm>
            <a:off x="2148840" y="3108960"/>
            <a:ext cx="192024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in diesem Schritt passiert</a:t>
            </a:r>
            <a:endParaRPr lang="en-US" sz="1200" dirty="0"/>
          </a:p>
        </p:txBody>
      </p:sp>
      <p:sp>
        <p:nvSpPr>
          <p:cNvPr id="10" name="Text 2"/>
          <p:cNvSpPr/>
          <p:nvPr/>
        </p:nvSpPr>
        <p:spPr>
          <a:xfrm>
            <a:off x="4754880" y="16002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2400" dirty="0"/>
          </a:p>
        </p:txBody>
      </p:sp>
      <p:sp>
        <p:nvSpPr>
          <p:cNvPr id="11" name="Text 3"/>
          <p:cNvSpPr/>
          <p:nvPr>
            <p:ph idx="109" type="body" hasCustomPrompt="1"/>
          </p:nvPr>
        </p:nvSpPr>
        <p:spPr>
          <a:xfrm>
            <a:off x="4251960" y="2743200"/>
            <a:ext cx="192024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Schritt 3</a:t>
            </a:r>
            <a:endParaRPr lang="en-US" sz="1600" dirty="0"/>
          </a:p>
        </p:txBody>
      </p:sp>
      <p:sp>
        <p:nvSpPr>
          <p:cNvPr id="12" name="Text 3"/>
          <p:cNvSpPr/>
          <p:nvPr>
            <p:ph idx="110" type="body" hasCustomPrompt="1"/>
          </p:nvPr>
        </p:nvSpPr>
        <p:spPr>
          <a:xfrm>
            <a:off x="4251960" y="3108960"/>
            <a:ext cx="192024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in diesem Schritt passiert</a:t>
            </a:r>
            <a:endParaRPr lang="en-US" sz="1200" dirty="0"/>
          </a:p>
        </p:txBody>
      </p:sp>
      <p:sp>
        <p:nvSpPr>
          <p:cNvPr id="13" name="Text 3"/>
          <p:cNvSpPr/>
          <p:nvPr/>
        </p:nvSpPr>
        <p:spPr>
          <a:xfrm>
            <a:off x="6858000" y="16002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2400" dirty="0"/>
          </a:p>
        </p:txBody>
      </p:sp>
      <p:sp>
        <p:nvSpPr>
          <p:cNvPr id="14" name="Text 4"/>
          <p:cNvSpPr/>
          <p:nvPr>
            <p:ph idx="112" type="body" hasCustomPrompt="1"/>
          </p:nvPr>
        </p:nvSpPr>
        <p:spPr>
          <a:xfrm>
            <a:off x="6355080" y="2743200"/>
            <a:ext cx="192024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Schritt 4</a:t>
            </a:r>
            <a:endParaRPr lang="en-US" sz="1600" dirty="0"/>
          </a:p>
        </p:txBody>
      </p:sp>
      <p:sp>
        <p:nvSpPr>
          <p:cNvPr id="15" name="Text 4"/>
          <p:cNvSpPr/>
          <p:nvPr>
            <p:ph idx="113" type="body" hasCustomPrompt="1"/>
          </p:nvPr>
        </p:nvSpPr>
        <p:spPr>
          <a:xfrm>
            <a:off x="6355080" y="3108960"/>
            <a:ext cx="192024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in diesem Schritt passiert</a:t>
            </a:r>
            <a:endParaRPr lang="en-US" sz="1200" dirty="0"/>
          </a:p>
        </p:txBody>
      </p:sp>
      <p:sp>
        <p:nvSpPr>
          <p:cNvPr id="16" name="Text 4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1011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VERFAHRE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914400"/>
            <a:ext cx="713232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Welche Technik zu welchem Projekt passt</a:t>
            </a:r>
            <a:endParaRPr lang="en-US" sz="1200" dirty="0"/>
          </a:p>
        </p:txBody>
      </p:sp>
      <p:sp>
        <p:nvSpPr>
          <p:cNvPr id="5" name="Text 0"/>
          <p:cNvSpPr/>
          <p:nvPr/>
        </p:nvSpPr>
        <p:spPr>
          <a:xfrm>
            <a:off x="621792" y="137160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1000" dirty="0"/>
          </a:p>
        </p:txBody>
      </p:sp>
      <p:sp>
        <p:nvSpPr>
          <p:cNvPr id="6" name="Text 1"/>
          <p:cNvSpPr/>
          <p:nvPr>
            <p:ph idx="104" type="body" hasCustomPrompt="1"/>
          </p:nvPr>
        </p:nvSpPr>
        <p:spPr>
          <a:xfrm>
            <a:off x="621792" y="1600200"/>
            <a:ext cx="164592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Verfahren</a:t>
            </a:r>
            <a:endParaRPr lang="en-US" sz="1600" dirty="0"/>
          </a:p>
        </p:txBody>
      </p:sp>
      <p:sp>
        <p:nvSpPr>
          <p:cNvPr id="7" name="Text 1"/>
          <p:cNvSpPr/>
          <p:nvPr>
            <p:ph idx="105" type="body" hasCustomPrompt="1"/>
          </p:nvPr>
        </p:nvSpPr>
        <p:spPr>
          <a:xfrm>
            <a:off x="621792" y="1938528"/>
            <a:ext cx="16459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Ideal für …</a:t>
            </a:r>
            <a:endParaRPr lang="en-US" sz="1200" dirty="0"/>
          </a:p>
        </p:txBody>
      </p:sp>
      <p:sp>
        <p:nvSpPr>
          <p:cNvPr id="8" name="Text 1"/>
          <p:cNvSpPr/>
          <p:nvPr/>
        </p:nvSpPr>
        <p:spPr>
          <a:xfrm>
            <a:off x="621792" y="3090672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Wäsche</a:t>
            </a:r>
            <a:endParaRPr lang="en-US" sz="1000" dirty="0"/>
          </a:p>
        </p:txBody>
      </p:sp>
      <p:sp>
        <p:nvSpPr>
          <p:cNvPr id="9" name="Text 2"/>
          <p:cNvSpPr/>
          <p:nvPr>
            <p:ph idx="107" type="body" hasCustomPrompt="1"/>
          </p:nvPr>
        </p:nvSpPr>
        <p:spPr>
          <a:xfrm>
            <a:off x="1261872" y="3090672"/>
            <a:ext cx="100584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…</a:t>
            </a:r>
            <a:endParaRPr lang="en-US" sz="1200" dirty="0"/>
          </a:p>
        </p:txBody>
      </p:sp>
      <p:sp>
        <p:nvSpPr>
          <p:cNvPr id="10" name="Text 2"/>
          <p:cNvSpPr/>
          <p:nvPr/>
        </p:nvSpPr>
        <p:spPr>
          <a:xfrm>
            <a:off x="621792" y="3419856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Auflage</a:t>
            </a:r>
            <a:endParaRPr lang="en-US" sz="1000" dirty="0"/>
          </a:p>
        </p:txBody>
      </p:sp>
      <p:sp>
        <p:nvSpPr>
          <p:cNvPr id="11" name="Text 3"/>
          <p:cNvSpPr/>
          <p:nvPr>
            <p:ph idx="109" type="body" hasCustomPrompt="1"/>
          </p:nvPr>
        </p:nvSpPr>
        <p:spPr>
          <a:xfrm>
            <a:off x="1261872" y="3419856"/>
            <a:ext cx="100584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…</a:t>
            </a:r>
            <a:endParaRPr lang="en-US" sz="1200" dirty="0"/>
          </a:p>
        </p:txBody>
      </p:sp>
      <p:sp>
        <p:nvSpPr>
          <p:cNvPr id="12" name="Text 3"/>
          <p:cNvSpPr/>
          <p:nvPr/>
        </p:nvSpPr>
        <p:spPr>
          <a:xfrm>
            <a:off x="621792" y="3749040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Farbe</a:t>
            </a:r>
            <a:endParaRPr lang="en-US" sz="1000" dirty="0"/>
          </a:p>
        </p:txBody>
      </p:sp>
      <p:sp>
        <p:nvSpPr>
          <p:cNvPr id="13" name="Text 4"/>
          <p:cNvSpPr/>
          <p:nvPr>
            <p:ph idx="111" type="body" hasCustomPrompt="1"/>
          </p:nvPr>
        </p:nvSpPr>
        <p:spPr>
          <a:xfrm>
            <a:off x="1261872" y="3749040"/>
            <a:ext cx="100584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…</a:t>
            </a:r>
            <a:endParaRPr lang="en-US" sz="1200" dirty="0"/>
          </a:p>
        </p:txBody>
      </p:sp>
      <p:sp>
        <p:nvSpPr>
          <p:cNvPr id="14" name="Text 4"/>
          <p:cNvSpPr/>
          <p:nvPr/>
        </p:nvSpPr>
        <p:spPr>
          <a:xfrm>
            <a:off x="2724912" y="137160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</a:t>
            </a:r>
            <a:endParaRPr lang="en-US" sz="1000" dirty="0"/>
          </a:p>
        </p:txBody>
      </p:sp>
      <p:sp>
        <p:nvSpPr>
          <p:cNvPr id="15" name="Text 5"/>
          <p:cNvSpPr/>
          <p:nvPr>
            <p:ph idx="113" type="body" hasCustomPrompt="1"/>
          </p:nvPr>
        </p:nvSpPr>
        <p:spPr>
          <a:xfrm>
            <a:off x="2724912" y="1600200"/>
            <a:ext cx="164592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Verfahren</a:t>
            </a:r>
            <a:endParaRPr lang="en-US" sz="1600" dirty="0"/>
          </a:p>
        </p:txBody>
      </p:sp>
      <p:sp>
        <p:nvSpPr>
          <p:cNvPr id="16" name="Text 5"/>
          <p:cNvSpPr/>
          <p:nvPr>
            <p:ph idx="114" type="body" hasCustomPrompt="1"/>
          </p:nvPr>
        </p:nvSpPr>
        <p:spPr>
          <a:xfrm>
            <a:off x="2724912" y="1938528"/>
            <a:ext cx="16459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Ideal für …</a:t>
            </a:r>
            <a:endParaRPr lang="en-US" sz="1200" dirty="0"/>
          </a:p>
        </p:txBody>
      </p:sp>
      <p:sp>
        <p:nvSpPr>
          <p:cNvPr id="17" name="Text 5"/>
          <p:cNvSpPr/>
          <p:nvPr/>
        </p:nvSpPr>
        <p:spPr>
          <a:xfrm>
            <a:off x="2724912" y="3090672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Wäsche</a:t>
            </a:r>
            <a:endParaRPr lang="en-US" sz="1000" dirty="0"/>
          </a:p>
        </p:txBody>
      </p:sp>
      <p:sp>
        <p:nvSpPr>
          <p:cNvPr id="18" name="Text 6"/>
          <p:cNvSpPr/>
          <p:nvPr>
            <p:ph idx="116" type="body" hasCustomPrompt="1"/>
          </p:nvPr>
        </p:nvSpPr>
        <p:spPr>
          <a:xfrm>
            <a:off x="3364992" y="3090672"/>
            <a:ext cx="100584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…</a:t>
            </a:r>
            <a:endParaRPr lang="en-US" sz="1200" dirty="0"/>
          </a:p>
        </p:txBody>
      </p:sp>
      <p:sp>
        <p:nvSpPr>
          <p:cNvPr id="19" name="Text 6"/>
          <p:cNvSpPr/>
          <p:nvPr/>
        </p:nvSpPr>
        <p:spPr>
          <a:xfrm>
            <a:off x="2724912" y="3419856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Auflage</a:t>
            </a:r>
            <a:endParaRPr lang="en-US" sz="1000" dirty="0"/>
          </a:p>
        </p:txBody>
      </p:sp>
      <p:sp>
        <p:nvSpPr>
          <p:cNvPr id="20" name="Text 7"/>
          <p:cNvSpPr/>
          <p:nvPr>
            <p:ph idx="118" type="body" hasCustomPrompt="1"/>
          </p:nvPr>
        </p:nvSpPr>
        <p:spPr>
          <a:xfrm>
            <a:off x="3364992" y="3419856"/>
            <a:ext cx="100584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…</a:t>
            </a:r>
            <a:endParaRPr lang="en-US" sz="1200" dirty="0"/>
          </a:p>
        </p:txBody>
      </p:sp>
      <p:sp>
        <p:nvSpPr>
          <p:cNvPr id="21" name="Text 7"/>
          <p:cNvSpPr/>
          <p:nvPr/>
        </p:nvSpPr>
        <p:spPr>
          <a:xfrm>
            <a:off x="2724912" y="3749040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Farbe</a:t>
            </a:r>
            <a:endParaRPr lang="en-US" sz="1000" dirty="0"/>
          </a:p>
        </p:txBody>
      </p:sp>
      <p:sp>
        <p:nvSpPr>
          <p:cNvPr id="22" name="Text 8"/>
          <p:cNvSpPr/>
          <p:nvPr>
            <p:ph idx="120" type="body" hasCustomPrompt="1"/>
          </p:nvPr>
        </p:nvSpPr>
        <p:spPr>
          <a:xfrm>
            <a:off x="3364992" y="3749040"/>
            <a:ext cx="100584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…</a:t>
            </a:r>
            <a:endParaRPr lang="en-US" sz="1200" dirty="0"/>
          </a:p>
        </p:txBody>
      </p:sp>
      <p:sp>
        <p:nvSpPr>
          <p:cNvPr id="23" name="Text 8"/>
          <p:cNvSpPr/>
          <p:nvPr/>
        </p:nvSpPr>
        <p:spPr>
          <a:xfrm>
            <a:off x="4828032" y="137160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</a:t>
            </a:r>
            <a:endParaRPr lang="en-US" sz="1000" dirty="0"/>
          </a:p>
        </p:txBody>
      </p:sp>
      <p:sp>
        <p:nvSpPr>
          <p:cNvPr id="24" name="Text 9"/>
          <p:cNvSpPr/>
          <p:nvPr>
            <p:ph idx="122" type="body" hasCustomPrompt="1"/>
          </p:nvPr>
        </p:nvSpPr>
        <p:spPr>
          <a:xfrm>
            <a:off x="4828032" y="1600200"/>
            <a:ext cx="164592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Verfahren</a:t>
            </a:r>
            <a:endParaRPr lang="en-US" sz="1600" dirty="0"/>
          </a:p>
        </p:txBody>
      </p:sp>
      <p:sp>
        <p:nvSpPr>
          <p:cNvPr id="25" name="Text 9"/>
          <p:cNvSpPr/>
          <p:nvPr>
            <p:ph idx="123" type="body" hasCustomPrompt="1"/>
          </p:nvPr>
        </p:nvSpPr>
        <p:spPr>
          <a:xfrm>
            <a:off x="4828032" y="1938528"/>
            <a:ext cx="16459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Ideal für …</a:t>
            </a:r>
            <a:endParaRPr lang="en-US" sz="1200" dirty="0"/>
          </a:p>
        </p:txBody>
      </p:sp>
      <p:sp>
        <p:nvSpPr>
          <p:cNvPr id="26" name="Text 9"/>
          <p:cNvSpPr/>
          <p:nvPr/>
        </p:nvSpPr>
        <p:spPr>
          <a:xfrm>
            <a:off x="4828032" y="3090672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Wäsche</a:t>
            </a:r>
            <a:endParaRPr lang="en-US" sz="1000" dirty="0"/>
          </a:p>
        </p:txBody>
      </p:sp>
      <p:sp>
        <p:nvSpPr>
          <p:cNvPr id="27" name="Text 10"/>
          <p:cNvSpPr/>
          <p:nvPr>
            <p:ph idx="125" type="body" hasCustomPrompt="1"/>
          </p:nvPr>
        </p:nvSpPr>
        <p:spPr>
          <a:xfrm>
            <a:off x="5468112" y="3090672"/>
            <a:ext cx="100584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…</a:t>
            </a:r>
            <a:endParaRPr lang="en-US" sz="1200" dirty="0"/>
          </a:p>
        </p:txBody>
      </p:sp>
      <p:sp>
        <p:nvSpPr>
          <p:cNvPr id="28" name="Text 10"/>
          <p:cNvSpPr/>
          <p:nvPr/>
        </p:nvSpPr>
        <p:spPr>
          <a:xfrm>
            <a:off x="4828032" y="3419856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Auflage</a:t>
            </a:r>
            <a:endParaRPr lang="en-US" sz="1000" dirty="0"/>
          </a:p>
        </p:txBody>
      </p:sp>
      <p:sp>
        <p:nvSpPr>
          <p:cNvPr id="29" name="Text 11"/>
          <p:cNvSpPr/>
          <p:nvPr>
            <p:ph idx="127" type="body" hasCustomPrompt="1"/>
          </p:nvPr>
        </p:nvSpPr>
        <p:spPr>
          <a:xfrm>
            <a:off x="5468112" y="3419856"/>
            <a:ext cx="100584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…</a:t>
            </a:r>
            <a:endParaRPr lang="en-US" sz="1200" dirty="0"/>
          </a:p>
        </p:txBody>
      </p:sp>
      <p:sp>
        <p:nvSpPr>
          <p:cNvPr id="30" name="Text 11"/>
          <p:cNvSpPr/>
          <p:nvPr/>
        </p:nvSpPr>
        <p:spPr>
          <a:xfrm>
            <a:off x="4828032" y="3749040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Farbe</a:t>
            </a:r>
            <a:endParaRPr lang="en-US" sz="1000" dirty="0"/>
          </a:p>
        </p:txBody>
      </p:sp>
      <p:sp>
        <p:nvSpPr>
          <p:cNvPr id="31" name="Text 12"/>
          <p:cNvSpPr/>
          <p:nvPr>
            <p:ph idx="129" type="body" hasCustomPrompt="1"/>
          </p:nvPr>
        </p:nvSpPr>
        <p:spPr>
          <a:xfrm>
            <a:off x="5468112" y="3749040"/>
            <a:ext cx="100584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…</a:t>
            </a:r>
            <a:endParaRPr lang="en-US" sz="1200" dirty="0"/>
          </a:p>
        </p:txBody>
      </p:sp>
      <p:sp>
        <p:nvSpPr>
          <p:cNvPr id="32" name="Text 12"/>
          <p:cNvSpPr/>
          <p:nvPr/>
        </p:nvSpPr>
        <p:spPr>
          <a:xfrm>
            <a:off x="6931152" y="137160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</a:t>
            </a:r>
            <a:endParaRPr lang="en-US" sz="1000" dirty="0"/>
          </a:p>
        </p:txBody>
      </p:sp>
      <p:sp>
        <p:nvSpPr>
          <p:cNvPr id="33" name="Text 13"/>
          <p:cNvSpPr/>
          <p:nvPr>
            <p:ph idx="131" type="body" hasCustomPrompt="1"/>
          </p:nvPr>
        </p:nvSpPr>
        <p:spPr>
          <a:xfrm>
            <a:off x="6931152" y="1600200"/>
            <a:ext cx="164592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Verfahren</a:t>
            </a:r>
            <a:endParaRPr lang="en-US" sz="1600" dirty="0"/>
          </a:p>
        </p:txBody>
      </p:sp>
      <p:sp>
        <p:nvSpPr>
          <p:cNvPr id="34" name="Text 13"/>
          <p:cNvSpPr/>
          <p:nvPr>
            <p:ph idx="132" type="body" hasCustomPrompt="1"/>
          </p:nvPr>
        </p:nvSpPr>
        <p:spPr>
          <a:xfrm>
            <a:off x="6931152" y="1938528"/>
            <a:ext cx="16459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Ideal für …</a:t>
            </a:r>
            <a:endParaRPr lang="en-US" sz="1200" dirty="0"/>
          </a:p>
        </p:txBody>
      </p:sp>
      <p:sp>
        <p:nvSpPr>
          <p:cNvPr id="35" name="Text 13"/>
          <p:cNvSpPr/>
          <p:nvPr/>
        </p:nvSpPr>
        <p:spPr>
          <a:xfrm>
            <a:off x="6931152" y="3090672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Wäsche</a:t>
            </a:r>
            <a:endParaRPr lang="en-US" sz="1000" dirty="0"/>
          </a:p>
        </p:txBody>
      </p:sp>
      <p:sp>
        <p:nvSpPr>
          <p:cNvPr id="36" name="Text 14"/>
          <p:cNvSpPr/>
          <p:nvPr>
            <p:ph idx="134" type="body" hasCustomPrompt="1"/>
          </p:nvPr>
        </p:nvSpPr>
        <p:spPr>
          <a:xfrm>
            <a:off x="7571232" y="3090672"/>
            <a:ext cx="100584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…</a:t>
            </a:r>
            <a:endParaRPr lang="en-US" sz="1200" dirty="0"/>
          </a:p>
        </p:txBody>
      </p:sp>
      <p:sp>
        <p:nvSpPr>
          <p:cNvPr id="37" name="Text 14"/>
          <p:cNvSpPr/>
          <p:nvPr/>
        </p:nvSpPr>
        <p:spPr>
          <a:xfrm>
            <a:off x="6931152" y="3419856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Auflage</a:t>
            </a:r>
            <a:endParaRPr lang="en-US" sz="1000" dirty="0"/>
          </a:p>
        </p:txBody>
      </p:sp>
      <p:sp>
        <p:nvSpPr>
          <p:cNvPr id="38" name="Text 15"/>
          <p:cNvSpPr/>
          <p:nvPr>
            <p:ph idx="136" type="body" hasCustomPrompt="1"/>
          </p:nvPr>
        </p:nvSpPr>
        <p:spPr>
          <a:xfrm>
            <a:off x="7571232" y="3419856"/>
            <a:ext cx="100584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…</a:t>
            </a:r>
            <a:endParaRPr lang="en-US" sz="1200" dirty="0"/>
          </a:p>
        </p:txBody>
      </p:sp>
      <p:sp>
        <p:nvSpPr>
          <p:cNvPr id="39" name="Text 15"/>
          <p:cNvSpPr/>
          <p:nvPr/>
        </p:nvSpPr>
        <p:spPr>
          <a:xfrm>
            <a:off x="6931152" y="3749040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Farbe</a:t>
            </a:r>
            <a:endParaRPr lang="en-US" sz="1000" dirty="0"/>
          </a:p>
        </p:txBody>
      </p:sp>
      <p:sp>
        <p:nvSpPr>
          <p:cNvPr id="40" name="Text 16"/>
          <p:cNvSpPr/>
          <p:nvPr>
            <p:ph idx="138" type="body" hasCustomPrompt="1"/>
          </p:nvPr>
        </p:nvSpPr>
        <p:spPr>
          <a:xfrm>
            <a:off x="7571232" y="3749040"/>
            <a:ext cx="100584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…</a:t>
            </a:r>
            <a:endParaRPr lang="en-US" sz="1200" dirty="0"/>
          </a:p>
        </p:txBody>
      </p:sp>
      <p:sp>
        <p:nvSpPr>
          <p:cNvPr id="41" name="Text 16"/>
          <p:cNvSpPr/>
          <p:nvPr>
            <p:ph idx="139" type="body" hasCustomPrompt="1"/>
          </p:nvPr>
        </p:nvSpPr>
        <p:spPr>
          <a:xfrm>
            <a:off x="457200" y="4251960"/>
            <a:ext cx="8229600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Kurz entschieden: …</a:t>
            </a:r>
            <a:endParaRPr lang="en-US" sz="1200" dirty="0"/>
          </a:p>
        </p:txBody>
      </p:sp>
      <p:sp>
        <p:nvSpPr>
          <p:cNvPr id="42" name="Text 16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1012</a:t>
            </a:fld>
            <a:endParaRPr lang="en-US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PROJEKT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914400"/>
            <a:ext cx="713232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wir zuletzt umgesetzt haben</a:t>
            </a:r>
            <a:endParaRPr lang="en-US" sz="1200" dirty="0"/>
          </a:p>
        </p:txBody>
      </p:sp>
      <p:sp>
        <p:nvSpPr>
          <p:cNvPr id="5" name="Text 0"/>
          <p:cNvSpPr/>
          <p:nvPr>
            <p:ph idx="103" type="pic" hasCustomPrompt="1"/>
          </p:nvPr>
        </p:nvSpPr>
        <p:spPr>
          <a:xfrm>
            <a:off x="457200" y="1234440"/>
            <a:ext cx="4023360" cy="3200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594360" y="3867912"/>
            <a:ext cx="3749040" cy="29260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Kunde</a:t>
            </a:r>
            <a:endParaRPr lang="en-US" sz="1600" dirty="0"/>
          </a:p>
        </p:txBody>
      </p:sp>
      <p:sp>
        <p:nvSpPr>
          <p:cNvPr id="7" name="Text 0"/>
          <p:cNvSpPr/>
          <p:nvPr>
            <p:ph idx="105" type="body" hasCustomPrompt="1"/>
          </p:nvPr>
        </p:nvSpPr>
        <p:spPr>
          <a:xfrm>
            <a:off x="594360" y="4142232"/>
            <a:ext cx="374904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wir gemacht haben</a:t>
            </a:r>
            <a:endParaRPr lang="en-US" sz="1000" dirty="0"/>
          </a:p>
        </p:txBody>
      </p:sp>
      <p:sp>
        <p:nvSpPr>
          <p:cNvPr id="8" name="Text 0"/>
          <p:cNvSpPr/>
          <p:nvPr>
            <p:ph idx="106" type="pic" hasCustomPrompt="1"/>
          </p:nvPr>
        </p:nvSpPr>
        <p:spPr>
          <a:xfrm>
            <a:off x="4663440" y="1234440"/>
            <a:ext cx="1965960" cy="1508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sp>
        <p:nvSpPr>
          <p:cNvPr id="9" name="Text 0"/>
          <p:cNvSpPr/>
          <p:nvPr>
            <p:ph idx="107" type="body" hasCustomPrompt="1"/>
          </p:nvPr>
        </p:nvSpPr>
        <p:spPr>
          <a:xfrm>
            <a:off x="4800600" y="2267712"/>
            <a:ext cx="1691640" cy="2560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Kunde</a:t>
            </a:r>
            <a:endParaRPr lang="en-US" sz="1300" dirty="0"/>
          </a:p>
        </p:txBody>
      </p:sp>
      <p:sp>
        <p:nvSpPr>
          <p:cNvPr id="10" name="Text 0"/>
          <p:cNvSpPr/>
          <p:nvPr>
            <p:ph idx="108" type="body" hasCustomPrompt="1"/>
          </p:nvPr>
        </p:nvSpPr>
        <p:spPr>
          <a:xfrm>
            <a:off x="4800600" y="2505456"/>
            <a:ext cx="1691640" cy="2011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wir gemacht haben</a:t>
            </a:r>
            <a:endParaRPr lang="en-US" sz="1000" dirty="0"/>
          </a:p>
        </p:txBody>
      </p:sp>
      <p:sp>
        <p:nvSpPr>
          <p:cNvPr id="11" name="Text 0"/>
          <p:cNvSpPr/>
          <p:nvPr>
            <p:ph idx="109" type="pic" hasCustomPrompt="1"/>
          </p:nvPr>
        </p:nvSpPr>
        <p:spPr>
          <a:xfrm>
            <a:off x="6812280" y="1234440"/>
            <a:ext cx="1874520" cy="1508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sp>
        <p:nvSpPr>
          <p:cNvPr id="12" name="Text 0"/>
          <p:cNvSpPr/>
          <p:nvPr>
            <p:ph idx="110" type="body" hasCustomPrompt="1"/>
          </p:nvPr>
        </p:nvSpPr>
        <p:spPr>
          <a:xfrm>
            <a:off x="6949440" y="2267712"/>
            <a:ext cx="1600200" cy="2560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Kunde</a:t>
            </a:r>
            <a:endParaRPr lang="en-US" sz="1300" dirty="0"/>
          </a:p>
        </p:txBody>
      </p:sp>
      <p:sp>
        <p:nvSpPr>
          <p:cNvPr id="13" name="Text 0"/>
          <p:cNvSpPr/>
          <p:nvPr>
            <p:ph idx="111" type="body" hasCustomPrompt="1"/>
          </p:nvPr>
        </p:nvSpPr>
        <p:spPr>
          <a:xfrm>
            <a:off x="6949440" y="2505456"/>
            <a:ext cx="1600200" cy="2011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wir gemacht haben</a:t>
            </a:r>
            <a:endParaRPr lang="en-US" sz="1000" dirty="0"/>
          </a:p>
        </p:txBody>
      </p:sp>
      <p:sp>
        <p:nvSpPr>
          <p:cNvPr id="14" name="Text 0"/>
          <p:cNvSpPr/>
          <p:nvPr>
            <p:ph idx="112" type="pic" hasCustomPrompt="1"/>
          </p:nvPr>
        </p:nvSpPr>
        <p:spPr>
          <a:xfrm>
            <a:off x="4663440" y="2926080"/>
            <a:ext cx="4023360" cy="1508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sp>
        <p:nvSpPr>
          <p:cNvPr id="15" name="Text 0"/>
          <p:cNvSpPr/>
          <p:nvPr>
            <p:ph idx="113" type="body" hasCustomPrompt="1"/>
          </p:nvPr>
        </p:nvSpPr>
        <p:spPr>
          <a:xfrm>
            <a:off x="4800600" y="3959352"/>
            <a:ext cx="3749040" cy="2560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Kunde</a:t>
            </a:r>
            <a:endParaRPr lang="en-US" sz="1300" dirty="0"/>
          </a:p>
        </p:txBody>
      </p:sp>
      <p:sp>
        <p:nvSpPr>
          <p:cNvPr id="16" name="Text 0"/>
          <p:cNvSpPr/>
          <p:nvPr>
            <p:ph idx="114" type="body" hasCustomPrompt="1"/>
          </p:nvPr>
        </p:nvSpPr>
        <p:spPr>
          <a:xfrm>
            <a:off x="4800600" y="4197096"/>
            <a:ext cx="3749040" cy="2011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wir gemacht haben</a:t>
            </a:r>
            <a:endParaRPr lang="en-US" sz="1000" dirty="0"/>
          </a:p>
        </p:txBody>
      </p:sp>
      <p:sp>
        <p:nvSpPr>
          <p:cNvPr id="17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1013</a:t>
            </a:fld>
            <a:endParaRPr lang="en-US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PROJEKT_KUN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914400"/>
            <a:ext cx="713232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Branche · Ort</a:t>
            </a:r>
            <a:endParaRPr lang="en-US" sz="12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457200" y="1234440"/>
            <a:ext cx="2926080" cy="3291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 eingeben</a:t>
            </a:r>
            <a:endParaRPr lang="en-US" sz="1600" dirty="0"/>
          </a:p>
        </p:txBody>
      </p:sp>
      <p:sp>
        <p:nvSpPr>
          <p:cNvPr id="6" name="Text 0"/>
          <p:cNvSpPr/>
          <p:nvPr>
            <p:ph idx="104" type="pic" hasCustomPrompt="1"/>
          </p:nvPr>
        </p:nvSpPr>
        <p:spPr>
          <a:xfrm>
            <a:off x="3657600" y="1234440"/>
            <a:ext cx="502920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sp>
        <p:nvSpPr>
          <p:cNvPr id="7" name="Text 0"/>
          <p:cNvSpPr/>
          <p:nvPr>
            <p:ph idx="105" type="pic" hasCustomPrompt="1"/>
          </p:nvPr>
        </p:nvSpPr>
        <p:spPr>
          <a:xfrm>
            <a:off x="3657600" y="3200400"/>
            <a:ext cx="1581912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sp>
        <p:nvSpPr>
          <p:cNvPr id="8" name="Text 0"/>
          <p:cNvSpPr/>
          <p:nvPr>
            <p:ph idx="106" type="body" hasCustomPrompt="1"/>
          </p:nvPr>
        </p:nvSpPr>
        <p:spPr>
          <a:xfrm>
            <a:off x="3657600" y="4416552"/>
            <a:ext cx="1581912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Teil</a:t>
            </a:r>
            <a:endParaRPr lang="en-US" sz="1000" dirty="0"/>
          </a:p>
        </p:txBody>
      </p:sp>
      <p:sp>
        <p:nvSpPr>
          <p:cNvPr id="9" name="Text 0"/>
          <p:cNvSpPr/>
          <p:nvPr>
            <p:ph idx="107" type="pic" hasCustomPrompt="1"/>
          </p:nvPr>
        </p:nvSpPr>
        <p:spPr>
          <a:xfrm>
            <a:off x="5381244" y="3200400"/>
            <a:ext cx="1581912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sp>
        <p:nvSpPr>
          <p:cNvPr id="10" name="Text 0"/>
          <p:cNvSpPr/>
          <p:nvPr>
            <p:ph idx="108" type="body" hasCustomPrompt="1"/>
          </p:nvPr>
        </p:nvSpPr>
        <p:spPr>
          <a:xfrm>
            <a:off x="5381244" y="4416552"/>
            <a:ext cx="1581912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Teil</a:t>
            </a:r>
            <a:endParaRPr lang="en-US" sz="1000" dirty="0"/>
          </a:p>
        </p:txBody>
      </p:sp>
      <p:sp>
        <p:nvSpPr>
          <p:cNvPr id="11" name="Text 0"/>
          <p:cNvSpPr/>
          <p:nvPr>
            <p:ph idx="109" type="pic" hasCustomPrompt="1"/>
          </p:nvPr>
        </p:nvSpPr>
        <p:spPr>
          <a:xfrm>
            <a:off x="7104888" y="3200400"/>
            <a:ext cx="1581912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sp>
        <p:nvSpPr>
          <p:cNvPr id="12" name="Text 0"/>
          <p:cNvSpPr/>
          <p:nvPr>
            <p:ph idx="110" type="body" hasCustomPrompt="1"/>
          </p:nvPr>
        </p:nvSpPr>
        <p:spPr>
          <a:xfrm>
            <a:off x="7104888" y="4416552"/>
            <a:ext cx="1581912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Teil</a:t>
            </a:r>
            <a:endParaRPr lang="en-US" sz="1000" dirty="0"/>
          </a:p>
        </p:txBody>
      </p:sp>
      <p:sp>
        <p:nvSpPr>
          <p:cNvPr id="13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1014</a:t>
            </a:fld>
            <a:endParaRPr lang="en-US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KOLLEK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914400"/>
            <a:ext cx="713232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die Kollektion ausmacht</a:t>
            </a:r>
            <a:endParaRPr lang="en-US" sz="1200" dirty="0"/>
          </a:p>
        </p:txBody>
      </p:sp>
      <p:sp>
        <p:nvSpPr>
          <p:cNvPr id="5" name="Text 0"/>
          <p:cNvSpPr/>
          <p:nvPr>
            <p:ph idx="103" type="pic" hasCustomPrompt="1"/>
          </p:nvPr>
        </p:nvSpPr>
        <p:spPr>
          <a:xfrm>
            <a:off x="457200" y="1234440"/>
            <a:ext cx="1257300" cy="102412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457200" y="2276856"/>
            <a:ext cx="125730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Artikel</a:t>
            </a:r>
            <a:endParaRPr lang="en-US" sz="1000" dirty="0"/>
          </a:p>
        </p:txBody>
      </p:sp>
      <p:sp>
        <p:nvSpPr>
          <p:cNvPr id="7" name="Text 0"/>
          <p:cNvSpPr/>
          <p:nvPr>
            <p:ph idx="105" type="body" hasCustomPrompt="1"/>
          </p:nvPr>
        </p:nvSpPr>
        <p:spPr>
          <a:xfrm>
            <a:off x="457200" y="2587752"/>
            <a:ext cx="1257300" cy="1828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0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0,00 €</a:t>
            </a:r>
            <a:endParaRPr lang="en-US" sz="1000" dirty="0"/>
          </a:p>
        </p:txBody>
      </p:sp>
      <p:sp>
        <p:nvSpPr>
          <p:cNvPr id="8" name="Text 0"/>
          <p:cNvSpPr/>
          <p:nvPr>
            <p:ph idx="106" type="pic" hasCustomPrompt="1"/>
          </p:nvPr>
        </p:nvSpPr>
        <p:spPr>
          <a:xfrm>
            <a:off x="1851660" y="1234440"/>
            <a:ext cx="1257300" cy="102412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sp>
        <p:nvSpPr>
          <p:cNvPr id="9" name="Text 0"/>
          <p:cNvSpPr/>
          <p:nvPr>
            <p:ph idx="107" type="body" hasCustomPrompt="1"/>
          </p:nvPr>
        </p:nvSpPr>
        <p:spPr>
          <a:xfrm>
            <a:off x="1851660" y="2276856"/>
            <a:ext cx="125730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Artikel</a:t>
            </a:r>
            <a:endParaRPr lang="en-US" sz="1000" dirty="0"/>
          </a:p>
        </p:txBody>
      </p:sp>
      <p:sp>
        <p:nvSpPr>
          <p:cNvPr id="10" name="Text 0"/>
          <p:cNvSpPr/>
          <p:nvPr>
            <p:ph idx="108" type="body" hasCustomPrompt="1"/>
          </p:nvPr>
        </p:nvSpPr>
        <p:spPr>
          <a:xfrm>
            <a:off x="1851660" y="2587752"/>
            <a:ext cx="1257300" cy="1828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0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0,00 €</a:t>
            </a:r>
            <a:endParaRPr lang="en-US" sz="1000" dirty="0"/>
          </a:p>
        </p:txBody>
      </p:sp>
      <p:sp>
        <p:nvSpPr>
          <p:cNvPr id="11" name="Text 0"/>
          <p:cNvSpPr/>
          <p:nvPr>
            <p:ph idx="109" type="pic" hasCustomPrompt="1"/>
          </p:nvPr>
        </p:nvSpPr>
        <p:spPr>
          <a:xfrm>
            <a:off x="3246120" y="1234440"/>
            <a:ext cx="1257300" cy="102412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sp>
        <p:nvSpPr>
          <p:cNvPr id="12" name="Text 0"/>
          <p:cNvSpPr/>
          <p:nvPr>
            <p:ph idx="110" type="body" hasCustomPrompt="1"/>
          </p:nvPr>
        </p:nvSpPr>
        <p:spPr>
          <a:xfrm>
            <a:off x="3246120" y="2276856"/>
            <a:ext cx="125730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Artikel</a:t>
            </a:r>
            <a:endParaRPr lang="en-US" sz="1000" dirty="0"/>
          </a:p>
        </p:txBody>
      </p:sp>
      <p:sp>
        <p:nvSpPr>
          <p:cNvPr id="13" name="Text 0"/>
          <p:cNvSpPr/>
          <p:nvPr>
            <p:ph idx="111" type="body" hasCustomPrompt="1"/>
          </p:nvPr>
        </p:nvSpPr>
        <p:spPr>
          <a:xfrm>
            <a:off x="3246120" y="2587752"/>
            <a:ext cx="1257300" cy="1828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0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0,00 €</a:t>
            </a:r>
            <a:endParaRPr lang="en-US" sz="1000" dirty="0"/>
          </a:p>
        </p:txBody>
      </p:sp>
      <p:sp>
        <p:nvSpPr>
          <p:cNvPr id="14" name="Text 0"/>
          <p:cNvSpPr/>
          <p:nvPr>
            <p:ph idx="112" type="pic" hasCustomPrompt="1"/>
          </p:nvPr>
        </p:nvSpPr>
        <p:spPr>
          <a:xfrm>
            <a:off x="4640580" y="1234440"/>
            <a:ext cx="1257300" cy="102412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sp>
        <p:nvSpPr>
          <p:cNvPr id="15" name="Text 0"/>
          <p:cNvSpPr/>
          <p:nvPr>
            <p:ph idx="113" type="body" hasCustomPrompt="1"/>
          </p:nvPr>
        </p:nvSpPr>
        <p:spPr>
          <a:xfrm>
            <a:off x="4640580" y="2276856"/>
            <a:ext cx="125730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Artikel</a:t>
            </a:r>
            <a:endParaRPr lang="en-US" sz="1000" dirty="0"/>
          </a:p>
        </p:txBody>
      </p:sp>
      <p:sp>
        <p:nvSpPr>
          <p:cNvPr id="16" name="Text 0"/>
          <p:cNvSpPr/>
          <p:nvPr>
            <p:ph idx="114" type="body" hasCustomPrompt="1"/>
          </p:nvPr>
        </p:nvSpPr>
        <p:spPr>
          <a:xfrm>
            <a:off x="4640580" y="2587752"/>
            <a:ext cx="1257300" cy="1828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0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0,00 €</a:t>
            </a:r>
            <a:endParaRPr lang="en-US" sz="1000" dirty="0"/>
          </a:p>
        </p:txBody>
      </p:sp>
      <p:sp>
        <p:nvSpPr>
          <p:cNvPr id="17" name="Text 0"/>
          <p:cNvSpPr/>
          <p:nvPr>
            <p:ph idx="115" type="pic" hasCustomPrompt="1"/>
          </p:nvPr>
        </p:nvSpPr>
        <p:spPr>
          <a:xfrm>
            <a:off x="6035040" y="1234440"/>
            <a:ext cx="1257300" cy="102412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sp>
        <p:nvSpPr>
          <p:cNvPr id="18" name="Text 0"/>
          <p:cNvSpPr/>
          <p:nvPr>
            <p:ph idx="116" type="body" hasCustomPrompt="1"/>
          </p:nvPr>
        </p:nvSpPr>
        <p:spPr>
          <a:xfrm>
            <a:off x="6035040" y="2276856"/>
            <a:ext cx="125730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Artikel</a:t>
            </a:r>
            <a:endParaRPr lang="en-US" sz="1000" dirty="0"/>
          </a:p>
        </p:txBody>
      </p:sp>
      <p:sp>
        <p:nvSpPr>
          <p:cNvPr id="19" name="Text 0"/>
          <p:cNvSpPr/>
          <p:nvPr>
            <p:ph idx="117" type="body" hasCustomPrompt="1"/>
          </p:nvPr>
        </p:nvSpPr>
        <p:spPr>
          <a:xfrm>
            <a:off x="6035040" y="2587752"/>
            <a:ext cx="1257300" cy="1828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0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0,00 €</a:t>
            </a:r>
            <a:endParaRPr lang="en-US" sz="1000" dirty="0"/>
          </a:p>
        </p:txBody>
      </p:sp>
      <p:sp>
        <p:nvSpPr>
          <p:cNvPr id="20" name="Text 0"/>
          <p:cNvSpPr/>
          <p:nvPr>
            <p:ph idx="118" type="pic" hasCustomPrompt="1"/>
          </p:nvPr>
        </p:nvSpPr>
        <p:spPr>
          <a:xfrm>
            <a:off x="7429500" y="1234440"/>
            <a:ext cx="1257300" cy="102412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sp>
        <p:nvSpPr>
          <p:cNvPr id="21" name="Text 0"/>
          <p:cNvSpPr/>
          <p:nvPr>
            <p:ph idx="119" type="body" hasCustomPrompt="1"/>
          </p:nvPr>
        </p:nvSpPr>
        <p:spPr>
          <a:xfrm>
            <a:off x="7429500" y="2276856"/>
            <a:ext cx="125730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Artikel</a:t>
            </a:r>
            <a:endParaRPr lang="en-US" sz="1000" dirty="0"/>
          </a:p>
        </p:txBody>
      </p:sp>
      <p:sp>
        <p:nvSpPr>
          <p:cNvPr id="22" name="Text 0"/>
          <p:cNvSpPr/>
          <p:nvPr>
            <p:ph idx="120" type="body" hasCustomPrompt="1"/>
          </p:nvPr>
        </p:nvSpPr>
        <p:spPr>
          <a:xfrm>
            <a:off x="7429500" y="2587752"/>
            <a:ext cx="1257300" cy="1828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0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0,00 €</a:t>
            </a:r>
            <a:endParaRPr lang="en-US" sz="1000" dirty="0"/>
          </a:p>
        </p:txBody>
      </p:sp>
      <p:sp>
        <p:nvSpPr>
          <p:cNvPr id="23" name="Text 0"/>
          <p:cNvSpPr/>
          <p:nvPr>
            <p:ph idx="121" type="pic" hasCustomPrompt="1"/>
          </p:nvPr>
        </p:nvSpPr>
        <p:spPr>
          <a:xfrm>
            <a:off x="457200" y="2807208"/>
            <a:ext cx="1257300" cy="102412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sp>
        <p:nvSpPr>
          <p:cNvPr id="24" name="Text 0"/>
          <p:cNvSpPr/>
          <p:nvPr>
            <p:ph idx="122" type="body" hasCustomPrompt="1"/>
          </p:nvPr>
        </p:nvSpPr>
        <p:spPr>
          <a:xfrm>
            <a:off x="457200" y="3849624"/>
            <a:ext cx="125730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Artikel</a:t>
            </a:r>
            <a:endParaRPr lang="en-US" sz="1000" dirty="0"/>
          </a:p>
        </p:txBody>
      </p:sp>
      <p:sp>
        <p:nvSpPr>
          <p:cNvPr id="25" name="Text 0"/>
          <p:cNvSpPr/>
          <p:nvPr>
            <p:ph idx="123" type="body" hasCustomPrompt="1"/>
          </p:nvPr>
        </p:nvSpPr>
        <p:spPr>
          <a:xfrm>
            <a:off x="457200" y="4160520"/>
            <a:ext cx="1257300" cy="1828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0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0,00 €</a:t>
            </a:r>
            <a:endParaRPr lang="en-US" sz="1000" dirty="0"/>
          </a:p>
        </p:txBody>
      </p:sp>
      <p:sp>
        <p:nvSpPr>
          <p:cNvPr id="26" name="Text 0"/>
          <p:cNvSpPr/>
          <p:nvPr>
            <p:ph idx="124" type="pic" hasCustomPrompt="1"/>
          </p:nvPr>
        </p:nvSpPr>
        <p:spPr>
          <a:xfrm>
            <a:off x="1851660" y="2807208"/>
            <a:ext cx="1257300" cy="102412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sp>
        <p:nvSpPr>
          <p:cNvPr id="27" name="Text 0"/>
          <p:cNvSpPr/>
          <p:nvPr>
            <p:ph idx="125" type="body" hasCustomPrompt="1"/>
          </p:nvPr>
        </p:nvSpPr>
        <p:spPr>
          <a:xfrm>
            <a:off x="1851660" y="3849624"/>
            <a:ext cx="125730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Artikel</a:t>
            </a:r>
            <a:endParaRPr lang="en-US" sz="1000" dirty="0"/>
          </a:p>
        </p:txBody>
      </p:sp>
      <p:sp>
        <p:nvSpPr>
          <p:cNvPr id="28" name="Text 0"/>
          <p:cNvSpPr/>
          <p:nvPr>
            <p:ph idx="126" type="body" hasCustomPrompt="1"/>
          </p:nvPr>
        </p:nvSpPr>
        <p:spPr>
          <a:xfrm>
            <a:off x="1851660" y="4160520"/>
            <a:ext cx="1257300" cy="1828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0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0,00 €</a:t>
            </a:r>
            <a:endParaRPr lang="en-US" sz="1000" dirty="0"/>
          </a:p>
        </p:txBody>
      </p:sp>
      <p:sp>
        <p:nvSpPr>
          <p:cNvPr id="29" name="Text 0"/>
          <p:cNvSpPr/>
          <p:nvPr>
            <p:ph idx="127" type="pic" hasCustomPrompt="1"/>
          </p:nvPr>
        </p:nvSpPr>
        <p:spPr>
          <a:xfrm>
            <a:off x="3246120" y="2807208"/>
            <a:ext cx="1257300" cy="102412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sp>
        <p:nvSpPr>
          <p:cNvPr id="30" name="Text 0"/>
          <p:cNvSpPr/>
          <p:nvPr>
            <p:ph idx="128" type="body" hasCustomPrompt="1"/>
          </p:nvPr>
        </p:nvSpPr>
        <p:spPr>
          <a:xfrm>
            <a:off x="3246120" y="3849624"/>
            <a:ext cx="125730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Artikel</a:t>
            </a:r>
            <a:endParaRPr lang="en-US" sz="1000" dirty="0"/>
          </a:p>
        </p:txBody>
      </p:sp>
      <p:sp>
        <p:nvSpPr>
          <p:cNvPr id="31" name="Text 0"/>
          <p:cNvSpPr/>
          <p:nvPr>
            <p:ph idx="129" type="body" hasCustomPrompt="1"/>
          </p:nvPr>
        </p:nvSpPr>
        <p:spPr>
          <a:xfrm>
            <a:off x="3246120" y="4160520"/>
            <a:ext cx="1257300" cy="1828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0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0,00 €</a:t>
            </a:r>
            <a:endParaRPr lang="en-US" sz="1000" dirty="0"/>
          </a:p>
        </p:txBody>
      </p:sp>
      <p:sp>
        <p:nvSpPr>
          <p:cNvPr id="32" name="Text 0"/>
          <p:cNvSpPr/>
          <p:nvPr>
            <p:ph idx="130" type="pic" hasCustomPrompt="1"/>
          </p:nvPr>
        </p:nvSpPr>
        <p:spPr>
          <a:xfrm>
            <a:off x="4640580" y="2807208"/>
            <a:ext cx="1257300" cy="102412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sp>
        <p:nvSpPr>
          <p:cNvPr id="33" name="Text 0"/>
          <p:cNvSpPr/>
          <p:nvPr>
            <p:ph idx="131" type="body" hasCustomPrompt="1"/>
          </p:nvPr>
        </p:nvSpPr>
        <p:spPr>
          <a:xfrm>
            <a:off x="4640580" y="3849624"/>
            <a:ext cx="125730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Artikel</a:t>
            </a:r>
            <a:endParaRPr lang="en-US" sz="1000" dirty="0"/>
          </a:p>
        </p:txBody>
      </p:sp>
      <p:sp>
        <p:nvSpPr>
          <p:cNvPr id="34" name="Text 0"/>
          <p:cNvSpPr/>
          <p:nvPr>
            <p:ph idx="132" type="body" hasCustomPrompt="1"/>
          </p:nvPr>
        </p:nvSpPr>
        <p:spPr>
          <a:xfrm>
            <a:off x="4640580" y="4160520"/>
            <a:ext cx="1257300" cy="1828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0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0,00 €</a:t>
            </a:r>
            <a:endParaRPr lang="en-US" sz="1000" dirty="0"/>
          </a:p>
        </p:txBody>
      </p:sp>
      <p:sp>
        <p:nvSpPr>
          <p:cNvPr id="35" name="Text 0"/>
          <p:cNvSpPr/>
          <p:nvPr>
            <p:ph idx="133" type="pic" hasCustomPrompt="1"/>
          </p:nvPr>
        </p:nvSpPr>
        <p:spPr>
          <a:xfrm>
            <a:off x="6035040" y="2807208"/>
            <a:ext cx="1257300" cy="102412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sp>
        <p:nvSpPr>
          <p:cNvPr id="36" name="Text 0"/>
          <p:cNvSpPr/>
          <p:nvPr>
            <p:ph idx="134" type="body" hasCustomPrompt="1"/>
          </p:nvPr>
        </p:nvSpPr>
        <p:spPr>
          <a:xfrm>
            <a:off x="6035040" y="3849624"/>
            <a:ext cx="125730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Artikel</a:t>
            </a:r>
            <a:endParaRPr lang="en-US" sz="1000" dirty="0"/>
          </a:p>
        </p:txBody>
      </p:sp>
      <p:sp>
        <p:nvSpPr>
          <p:cNvPr id="37" name="Text 0"/>
          <p:cNvSpPr/>
          <p:nvPr>
            <p:ph idx="135" type="body" hasCustomPrompt="1"/>
          </p:nvPr>
        </p:nvSpPr>
        <p:spPr>
          <a:xfrm>
            <a:off x="6035040" y="4160520"/>
            <a:ext cx="1257300" cy="1828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0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0,00 €</a:t>
            </a:r>
            <a:endParaRPr lang="en-US" sz="1000" dirty="0"/>
          </a:p>
        </p:txBody>
      </p:sp>
      <p:sp>
        <p:nvSpPr>
          <p:cNvPr id="38" name="Text 0"/>
          <p:cNvSpPr/>
          <p:nvPr>
            <p:ph idx="136" type="pic" hasCustomPrompt="1"/>
          </p:nvPr>
        </p:nvSpPr>
        <p:spPr>
          <a:xfrm>
            <a:off x="7429500" y="2807208"/>
            <a:ext cx="1257300" cy="102412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sp>
        <p:nvSpPr>
          <p:cNvPr id="39" name="Text 0"/>
          <p:cNvSpPr/>
          <p:nvPr>
            <p:ph idx="137" type="body" hasCustomPrompt="1"/>
          </p:nvPr>
        </p:nvSpPr>
        <p:spPr>
          <a:xfrm>
            <a:off x="7429500" y="3849624"/>
            <a:ext cx="125730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Artikel</a:t>
            </a:r>
            <a:endParaRPr lang="en-US" sz="1000" dirty="0"/>
          </a:p>
        </p:txBody>
      </p:sp>
      <p:sp>
        <p:nvSpPr>
          <p:cNvPr id="40" name="Text 0"/>
          <p:cNvSpPr/>
          <p:nvPr>
            <p:ph idx="138" type="body" hasCustomPrompt="1"/>
          </p:nvPr>
        </p:nvSpPr>
        <p:spPr>
          <a:xfrm>
            <a:off x="7429500" y="4160520"/>
            <a:ext cx="1257300" cy="1828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0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0,00 €</a:t>
            </a:r>
            <a:endParaRPr lang="en-US" sz="1000" dirty="0"/>
          </a:p>
        </p:txBody>
      </p:sp>
      <p:sp>
        <p:nvSpPr>
          <p:cNvPr id="41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1015</a:t>
            </a:fld>
            <a:endParaRPr lang="en-US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TEXTIL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pic" hasCustomPrompt="1"/>
          </p:nvPr>
        </p:nvSpPr>
        <p:spPr>
          <a:xfrm>
            <a:off x="457200" y="1234440"/>
            <a:ext cx="265176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457200" y="3063240"/>
            <a:ext cx="265176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Textil</a:t>
            </a:r>
            <a:endParaRPr lang="en-US" sz="16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457200" y="3383280"/>
            <a:ext cx="265176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Material · Grammatur · Farben · Größen</a:t>
            </a:r>
            <a:endParaRPr lang="en-US" sz="1200" dirty="0"/>
          </a:p>
        </p:txBody>
      </p:sp>
      <p:sp>
        <p:nvSpPr>
          <p:cNvPr id="7" name="Text 0"/>
          <p:cNvSpPr/>
          <p:nvPr>
            <p:ph idx="105" type="body" hasCustomPrompt="1"/>
          </p:nvPr>
        </p:nvSpPr>
        <p:spPr>
          <a:xfrm>
            <a:off x="457200" y="4069080"/>
            <a:ext cx="265176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0,00 €</a:t>
            </a:r>
            <a:endParaRPr lang="en-US" sz="1600" dirty="0"/>
          </a:p>
        </p:txBody>
      </p:sp>
      <p:sp>
        <p:nvSpPr>
          <p:cNvPr id="8" name="Text 0"/>
          <p:cNvSpPr/>
          <p:nvPr>
            <p:ph idx="106" type="pic" hasCustomPrompt="1"/>
          </p:nvPr>
        </p:nvSpPr>
        <p:spPr>
          <a:xfrm>
            <a:off x="3246120" y="1234440"/>
            <a:ext cx="265176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sp>
        <p:nvSpPr>
          <p:cNvPr id="9" name="Text 0"/>
          <p:cNvSpPr/>
          <p:nvPr>
            <p:ph idx="107" type="body" hasCustomPrompt="1"/>
          </p:nvPr>
        </p:nvSpPr>
        <p:spPr>
          <a:xfrm>
            <a:off x="3246120" y="3063240"/>
            <a:ext cx="265176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Textil</a:t>
            </a:r>
            <a:endParaRPr lang="en-US" sz="1600" dirty="0"/>
          </a:p>
        </p:txBody>
      </p:sp>
      <p:sp>
        <p:nvSpPr>
          <p:cNvPr id="10" name="Text 0"/>
          <p:cNvSpPr/>
          <p:nvPr>
            <p:ph idx="108" type="body" hasCustomPrompt="1"/>
          </p:nvPr>
        </p:nvSpPr>
        <p:spPr>
          <a:xfrm>
            <a:off x="3246120" y="3383280"/>
            <a:ext cx="265176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Material · Grammatur · Farben · Größen</a:t>
            </a:r>
            <a:endParaRPr lang="en-US" sz="1200" dirty="0"/>
          </a:p>
        </p:txBody>
      </p:sp>
      <p:sp>
        <p:nvSpPr>
          <p:cNvPr id="11" name="Text 0"/>
          <p:cNvSpPr/>
          <p:nvPr>
            <p:ph idx="109" type="body" hasCustomPrompt="1"/>
          </p:nvPr>
        </p:nvSpPr>
        <p:spPr>
          <a:xfrm>
            <a:off x="3246120" y="4069080"/>
            <a:ext cx="265176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0,00 €</a:t>
            </a:r>
            <a:endParaRPr lang="en-US" sz="1600" dirty="0"/>
          </a:p>
        </p:txBody>
      </p:sp>
      <p:sp>
        <p:nvSpPr>
          <p:cNvPr id="12" name="Text 0"/>
          <p:cNvSpPr/>
          <p:nvPr>
            <p:ph idx="110" type="pic" hasCustomPrompt="1"/>
          </p:nvPr>
        </p:nvSpPr>
        <p:spPr>
          <a:xfrm>
            <a:off x="6035040" y="1234440"/>
            <a:ext cx="265176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sp>
        <p:nvSpPr>
          <p:cNvPr id="13" name="Text 0"/>
          <p:cNvSpPr/>
          <p:nvPr>
            <p:ph idx="111" type="body" hasCustomPrompt="1"/>
          </p:nvPr>
        </p:nvSpPr>
        <p:spPr>
          <a:xfrm>
            <a:off x="6035040" y="3063240"/>
            <a:ext cx="265176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Textil</a:t>
            </a:r>
            <a:endParaRPr lang="en-US" sz="1600" dirty="0"/>
          </a:p>
        </p:txBody>
      </p:sp>
      <p:sp>
        <p:nvSpPr>
          <p:cNvPr id="14" name="Text 0"/>
          <p:cNvSpPr/>
          <p:nvPr>
            <p:ph idx="112" type="body" hasCustomPrompt="1"/>
          </p:nvPr>
        </p:nvSpPr>
        <p:spPr>
          <a:xfrm>
            <a:off x="6035040" y="3383280"/>
            <a:ext cx="265176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Material · Grammatur · Farben · Größen</a:t>
            </a:r>
            <a:endParaRPr lang="en-US" sz="1200" dirty="0"/>
          </a:p>
        </p:txBody>
      </p:sp>
      <p:sp>
        <p:nvSpPr>
          <p:cNvPr id="15" name="Text 0"/>
          <p:cNvSpPr/>
          <p:nvPr>
            <p:ph idx="113" type="body" hasCustomPrompt="1"/>
          </p:nvPr>
        </p:nvSpPr>
        <p:spPr>
          <a:xfrm>
            <a:off x="6035040" y="4069080"/>
            <a:ext cx="265176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0,00 €</a:t>
            </a:r>
            <a:endParaRPr lang="en-US" sz="1600" dirty="0"/>
          </a:p>
        </p:txBody>
      </p:sp>
      <p:sp>
        <p:nvSpPr>
          <p:cNvPr id="16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1016</a:t>
            </a:fld>
            <a:endParaRPr lang="en-US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PREISSTAFFEL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40080" y="1554480"/>
            <a:ext cx="16002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10 Stück</a:t>
            </a:r>
            <a:endParaRPr lang="en-US" sz="14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40080" y="1965960"/>
            <a:ext cx="16002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0,00 €</a:t>
            </a:r>
            <a:endParaRPr lang="en-US" sz="32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640080" y="2743200"/>
            <a:ext cx="160020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 Stück, netto</a:t>
            </a:r>
            <a:endParaRPr lang="en-US" sz="1200" dirty="0"/>
          </a:p>
        </p:txBody>
      </p:sp>
      <p:sp>
        <p:nvSpPr>
          <p:cNvPr id="7" name="Text 0"/>
          <p:cNvSpPr/>
          <p:nvPr>
            <p:ph idx="105" type="body" hasCustomPrompt="1"/>
          </p:nvPr>
        </p:nvSpPr>
        <p:spPr>
          <a:xfrm>
            <a:off x="2743200" y="1554480"/>
            <a:ext cx="16002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10 Stück</a:t>
            </a:r>
            <a:endParaRPr lang="en-US" sz="1400" dirty="0"/>
          </a:p>
        </p:txBody>
      </p:sp>
      <p:sp>
        <p:nvSpPr>
          <p:cNvPr id="8" name="Text 0"/>
          <p:cNvSpPr/>
          <p:nvPr>
            <p:ph idx="106" type="body" hasCustomPrompt="1"/>
          </p:nvPr>
        </p:nvSpPr>
        <p:spPr>
          <a:xfrm>
            <a:off x="2743200" y="1965960"/>
            <a:ext cx="16002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0,00 €</a:t>
            </a:r>
            <a:endParaRPr lang="en-US" sz="3200" dirty="0"/>
          </a:p>
        </p:txBody>
      </p:sp>
      <p:sp>
        <p:nvSpPr>
          <p:cNvPr id="9" name="Text 0"/>
          <p:cNvSpPr/>
          <p:nvPr>
            <p:ph idx="107" type="body" hasCustomPrompt="1"/>
          </p:nvPr>
        </p:nvSpPr>
        <p:spPr>
          <a:xfrm>
            <a:off x="2743200" y="2743200"/>
            <a:ext cx="160020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 Stück, netto</a:t>
            </a:r>
            <a:endParaRPr lang="en-US" sz="1200" dirty="0"/>
          </a:p>
        </p:txBody>
      </p:sp>
      <p:sp>
        <p:nvSpPr>
          <p:cNvPr id="10" name="Text 0"/>
          <p:cNvSpPr/>
          <p:nvPr>
            <p:ph idx="108" type="body" hasCustomPrompt="1"/>
          </p:nvPr>
        </p:nvSpPr>
        <p:spPr>
          <a:xfrm>
            <a:off x="4846320" y="1554480"/>
            <a:ext cx="16002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10 Stück</a:t>
            </a:r>
            <a:endParaRPr lang="en-US" sz="1400" dirty="0"/>
          </a:p>
        </p:txBody>
      </p:sp>
      <p:sp>
        <p:nvSpPr>
          <p:cNvPr id="11" name="Text 0"/>
          <p:cNvSpPr/>
          <p:nvPr>
            <p:ph idx="109" type="body" hasCustomPrompt="1"/>
          </p:nvPr>
        </p:nvSpPr>
        <p:spPr>
          <a:xfrm>
            <a:off x="4846320" y="1965960"/>
            <a:ext cx="16002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0,00 €</a:t>
            </a:r>
            <a:endParaRPr lang="en-US" sz="3200" dirty="0"/>
          </a:p>
        </p:txBody>
      </p:sp>
      <p:sp>
        <p:nvSpPr>
          <p:cNvPr id="12" name="Text 0"/>
          <p:cNvSpPr/>
          <p:nvPr>
            <p:ph idx="110" type="body" hasCustomPrompt="1"/>
          </p:nvPr>
        </p:nvSpPr>
        <p:spPr>
          <a:xfrm>
            <a:off x="4846320" y="2743200"/>
            <a:ext cx="160020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 Stück, netto</a:t>
            </a:r>
            <a:endParaRPr lang="en-US" sz="1200" dirty="0"/>
          </a:p>
        </p:txBody>
      </p:sp>
      <p:sp>
        <p:nvSpPr>
          <p:cNvPr id="13" name="Text 0"/>
          <p:cNvSpPr/>
          <p:nvPr>
            <p:ph idx="111" type="body" hasCustomPrompt="1"/>
          </p:nvPr>
        </p:nvSpPr>
        <p:spPr>
          <a:xfrm>
            <a:off x="6949440" y="1554480"/>
            <a:ext cx="16002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10 Stück</a:t>
            </a:r>
            <a:endParaRPr lang="en-US" sz="1400" dirty="0"/>
          </a:p>
        </p:txBody>
      </p:sp>
      <p:sp>
        <p:nvSpPr>
          <p:cNvPr id="14" name="Text 0"/>
          <p:cNvSpPr/>
          <p:nvPr>
            <p:ph idx="112" type="body" hasCustomPrompt="1"/>
          </p:nvPr>
        </p:nvSpPr>
        <p:spPr>
          <a:xfrm>
            <a:off x="6949440" y="1965960"/>
            <a:ext cx="16002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0,00 €</a:t>
            </a:r>
            <a:endParaRPr lang="en-US" sz="3200" dirty="0"/>
          </a:p>
        </p:txBody>
      </p:sp>
      <p:sp>
        <p:nvSpPr>
          <p:cNvPr id="15" name="Text 0"/>
          <p:cNvSpPr/>
          <p:nvPr>
            <p:ph idx="113" type="body" hasCustomPrompt="1"/>
          </p:nvPr>
        </p:nvSpPr>
        <p:spPr>
          <a:xfrm>
            <a:off x="6949440" y="2743200"/>
            <a:ext cx="160020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 Stück, netto</a:t>
            </a:r>
            <a:endParaRPr lang="en-US" sz="1200" dirty="0"/>
          </a:p>
        </p:txBody>
      </p:sp>
      <p:sp>
        <p:nvSpPr>
          <p:cNvPr id="16" name="Text 0"/>
          <p:cNvSpPr/>
          <p:nvPr>
            <p:ph idx="114" type="body" hasCustomPrompt="1"/>
          </p:nvPr>
        </p:nvSpPr>
        <p:spPr>
          <a:xfrm>
            <a:off x="457200" y="3657600"/>
            <a:ext cx="82296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Hinweise zur Staffel</a:t>
            </a:r>
            <a:endParaRPr lang="en-US" sz="1200" dirty="0"/>
          </a:p>
        </p:txBody>
      </p:sp>
      <p:sp>
        <p:nvSpPr>
          <p:cNvPr id="17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1017</a:t>
            </a:fld>
            <a:endParaRPr lang="en-US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ANGEBO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640080" y="3767328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GÜLTIG BIS</a:t>
            </a:r>
            <a:endParaRPr lang="en-US" sz="1000" dirty="0"/>
          </a:p>
        </p:txBody>
      </p:sp>
      <p:sp>
        <p:nvSpPr>
          <p:cNvPr id="5" name="Text 1"/>
          <p:cNvSpPr/>
          <p:nvPr>
            <p:ph idx="103" type="body" hasCustomPrompt="1"/>
          </p:nvPr>
        </p:nvSpPr>
        <p:spPr>
          <a:xfrm>
            <a:off x="640080" y="3995928"/>
            <a:ext cx="246888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Gültig bis</a:t>
            </a:r>
            <a:endParaRPr lang="en-US" sz="1400" dirty="0"/>
          </a:p>
        </p:txBody>
      </p:sp>
      <p:sp>
        <p:nvSpPr>
          <p:cNvPr id="6" name="Text 1"/>
          <p:cNvSpPr/>
          <p:nvPr/>
        </p:nvSpPr>
        <p:spPr>
          <a:xfrm>
            <a:off x="3383280" y="3767328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LIEFERZEIT</a:t>
            </a:r>
            <a:endParaRPr lang="en-US" sz="1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3383280" y="3995928"/>
            <a:ext cx="246888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Lieferzeit</a:t>
            </a:r>
            <a:endParaRPr lang="en-US" sz="1400" dirty="0"/>
          </a:p>
        </p:txBody>
      </p:sp>
      <p:sp>
        <p:nvSpPr>
          <p:cNvPr id="8" name="Text 2"/>
          <p:cNvSpPr/>
          <p:nvPr/>
        </p:nvSpPr>
        <p:spPr>
          <a:xfrm>
            <a:off x="6126480" y="3767328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ZAHLUNG</a:t>
            </a:r>
            <a:endParaRPr lang="en-US" sz="1000" dirty="0"/>
          </a:p>
        </p:txBody>
      </p:sp>
      <p:sp>
        <p:nvSpPr>
          <p:cNvPr id="9" name="Text 3"/>
          <p:cNvSpPr/>
          <p:nvPr>
            <p:ph idx="107" type="body" hasCustomPrompt="1"/>
          </p:nvPr>
        </p:nvSpPr>
        <p:spPr>
          <a:xfrm>
            <a:off x="6126480" y="3995928"/>
            <a:ext cx="246888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Zahlung</a:t>
            </a:r>
            <a:endParaRPr lang="en-US" sz="1400" dirty="0"/>
          </a:p>
        </p:txBody>
      </p:sp>
      <p:sp>
        <p:nvSpPr>
          <p:cNvPr id="10" name="Text 3"/>
          <p:cNvSpPr/>
          <p:nvPr>
            <p:ph idx="108" type="body" hasCustomPrompt="1"/>
          </p:nvPr>
        </p:nvSpPr>
        <p:spPr>
          <a:xfrm>
            <a:off x="457200" y="4462272"/>
            <a:ext cx="82296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Preise netto zzgl. MwSt.</a:t>
            </a:r>
            <a:endParaRPr lang="en-US" sz="1000" dirty="0"/>
          </a:p>
        </p:txBody>
      </p:sp>
      <p:sp>
        <p:nvSpPr>
          <p:cNvPr id="11" name="Text 3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1018</a:t>
            </a:fld>
            <a:endParaRPr lang="en-US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REFERENZE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914400"/>
            <a:ext cx="713232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Eine Auswahl unserer Kunden</a:t>
            </a:r>
            <a:endParaRPr lang="en-US" sz="1200" dirty="0"/>
          </a:p>
        </p:txBody>
      </p:sp>
      <p:sp>
        <p:nvSpPr>
          <p:cNvPr id="5" name="Text 0"/>
          <p:cNvSpPr/>
          <p:nvPr>
            <p:ph idx="103" type="pic" hasCustomPrompt="1"/>
          </p:nvPr>
        </p:nvSpPr>
        <p:spPr>
          <a:xfrm>
            <a:off x="530352" y="1289304"/>
            <a:ext cx="1773936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6" name="Text 0"/>
          <p:cNvSpPr/>
          <p:nvPr>
            <p:ph idx="104" type="pic" hasCustomPrompt="1"/>
          </p:nvPr>
        </p:nvSpPr>
        <p:spPr>
          <a:xfrm>
            <a:off x="2633472" y="1289304"/>
            <a:ext cx="1773936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7" name="Text 0"/>
          <p:cNvSpPr/>
          <p:nvPr>
            <p:ph idx="105" type="pic" hasCustomPrompt="1"/>
          </p:nvPr>
        </p:nvSpPr>
        <p:spPr>
          <a:xfrm>
            <a:off x="4736592" y="1289304"/>
            <a:ext cx="1773936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8" name="Text 0"/>
          <p:cNvSpPr/>
          <p:nvPr>
            <p:ph idx="106" type="pic" hasCustomPrompt="1"/>
          </p:nvPr>
        </p:nvSpPr>
        <p:spPr>
          <a:xfrm>
            <a:off x="6839712" y="1289304"/>
            <a:ext cx="1773936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9" name="Text 0"/>
          <p:cNvSpPr/>
          <p:nvPr>
            <p:ph idx="107" type="pic" hasCustomPrompt="1"/>
          </p:nvPr>
        </p:nvSpPr>
        <p:spPr>
          <a:xfrm>
            <a:off x="530352" y="2093976"/>
            <a:ext cx="1773936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0" name="Text 0"/>
          <p:cNvSpPr/>
          <p:nvPr>
            <p:ph idx="108" type="pic" hasCustomPrompt="1"/>
          </p:nvPr>
        </p:nvSpPr>
        <p:spPr>
          <a:xfrm>
            <a:off x="2633472" y="2093976"/>
            <a:ext cx="1773936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1" name="Text 0"/>
          <p:cNvSpPr/>
          <p:nvPr>
            <p:ph idx="109" type="pic" hasCustomPrompt="1"/>
          </p:nvPr>
        </p:nvSpPr>
        <p:spPr>
          <a:xfrm>
            <a:off x="4736592" y="2093976"/>
            <a:ext cx="1773936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2" name="Text 0"/>
          <p:cNvSpPr/>
          <p:nvPr>
            <p:ph idx="110" type="pic" hasCustomPrompt="1"/>
          </p:nvPr>
        </p:nvSpPr>
        <p:spPr>
          <a:xfrm>
            <a:off x="6839712" y="2093976"/>
            <a:ext cx="1773936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3" name="Text 0"/>
          <p:cNvSpPr/>
          <p:nvPr>
            <p:ph idx="111" type="pic" hasCustomPrompt="1"/>
          </p:nvPr>
        </p:nvSpPr>
        <p:spPr>
          <a:xfrm>
            <a:off x="530352" y="2898648"/>
            <a:ext cx="1773936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4" name="Text 0"/>
          <p:cNvSpPr/>
          <p:nvPr>
            <p:ph idx="112" type="pic" hasCustomPrompt="1"/>
          </p:nvPr>
        </p:nvSpPr>
        <p:spPr>
          <a:xfrm>
            <a:off x="2633472" y="2898648"/>
            <a:ext cx="1773936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5" name="Text 0"/>
          <p:cNvSpPr/>
          <p:nvPr>
            <p:ph idx="113" type="pic" hasCustomPrompt="1"/>
          </p:nvPr>
        </p:nvSpPr>
        <p:spPr>
          <a:xfrm>
            <a:off x="4736592" y="2898648"/>
            <a:ext cx="1773936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6" name="Text 0"/>
          <p:cNvSpPr/>
          <p:nvPr>
            <p:ph idx="114" type="pic" hasCustomPrompt="1"/>
          </p:nvPr>
        </p:nvSpPr>
        <p:spPr>
          <a:xfrm>
            <a:off x="6839712" y="2898648"/>
            <a:ext cx="1773936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7" name="Text 0"/>
          <p:cNvSpPr/>
          <p:nvPr>
            <p:ph idx="115" type="pic" hasCustomPrompt="1"/>
          </p:nvPr>
        </p:nvSpPr>
        <p:spPr>
          <a:xfrm>
            <a:off x="530352" y="3703320"/>
            <a:ext cx="1773936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8" name="Text 0"/>
          <p:cNvSpPr/>
          <p:nvPr>
            <p:ph idx="116" type="pic" hasCustomPrompt="1"/>
          </p:nvPr>
        </p:nvSpPr>
        <p:spPr>
          <a:xfrm>
            <a:off x="2633472" y="3703320"/>
            <a:ext cx="1773936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9" name="Text 0"/>
          <p:cNvSpPr/>
          <p:nvPr>
            <p:ph idx="117" type="pic" hasCustomPrompt="1"/>
          </p:nvPr>
        </p:nvSpPr>
        <p:spPr>
          <a:xfrm>
            <a:off x="4736592" y="3703320"/>
            <a:ext cx="1773936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20" name="Text 0"/>
          <p:cNvSpPr/>
          <p:nvPr>
            <p:ph idx="118" type="pic" hasCustomPrompt="1"/>
          </p:nvPr>
        </p:nvSpPr>
        <p:spPr>
          <a:xfrm>
            <a:off x="6839712" y="3703320"/>
            <a:ext cx="1773936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21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1019</a:t>
            </a:fld>
            <a:endParaRPr lang="en-US"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REFERENZEN_WAPPE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914400"/>
            <a:ext cx="713232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Eine Auswahl unserer Kunden</a:t>
            </a:r>
            <a:endParaRPr lang="en-US" sz="1200" dirty="0"/>
          </a:p>
        </p:txBody>
      </p:sp>
      <p:sp>
        <p:nvSpPr>
          <p:cNvPr id="5" name="Text 0"/>
          <p:cNvSpPr/>
          <p:nvPr>
            <p:ph idx="103" type="pic" hasCustomPrompt="1"/>
          </p:nvPr>
        </p:nvSpPr>
        <p:spPr>
          <a:xfrm>
            <a:off x="530352" y="1307592"/>
            <a:ext cx="1773936" cy="102412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530352" y="2414016"/>
            <a:ext cx="1773936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Vereinsname</a:t>
            </a:r>
            <a:endParaRPr lang="en-US" sz="1100" dirty="0"/>
          </a:p>
        </p:txBody>
      </p:sp>
      <p:sp>
        <p:nvSpPr>
          <p:cNvPr id="7" name="Text 0"/>
          <p:cNvSpPr/>
          <p:nvPr>
            <p:ph idx="105" type="pic" hasCustomPrompt="1"/>
          </p:nvPr>
        </p:nvSpPr>
        <p:spPr>
          <a:xfrm>
            <a:off x="2633472" y="1307592"/>
            <a:ext cx="1773936" cy="102412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8" name="Text 0"/>
          <p:cNvSpPr/>
          <p:nvPr>
            <p:ph idx="106" type="body" hasCustomPrompt="1"/>
          </p:nvPr>
        </p:nvSpPr>
        <p:spPr>
          <a:xfrm>
            <a:off x="2633472" y="2414016"/>
            <a:ext cx="1773936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Vereinsname</a:t>
            </a:r>
            <a:endParaRPr lang="en-US" sz="1100" dirty="0"/>
          </a:p>
        </p:txBody>
      </p:sp>
      <p:sp>
        <p:nvSpPr>
          <p:cNvPr id="9" name="Text 0"/>
          <p:cNvSpPr/>
          <p:nvPr>
            <p:ph idx="107" type="pic" hasCustomPrompt="1"/>
          </p:nvPr>
        </p:nvSpPr>
        <p:spPr>
          <a:xfrm>
            <a:off x="4736592" y="1307592"/>
            <a:ext cx="1773936" cy="102412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0" name="Text 0"/>
          <p:cNvSpPr/>
          <p:nvPr>
            <p:ph idx="108" type="body" hasCustomPrompt="1"/>
          </p:nvPr>
        </p:nvSpPr>
        <p:spPr>
          <a:xfrm>
            <a:off x="4736592" y="2414016"/>
            <a:ext cx="1773936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Vereinsname</a:t>
            </a:r>
            <a:endParaRPr lang="en-US" sz="1100" dirty="0"/>
          </a:p>
        </p:txBody>
      </p:sp>
      <p:sp>
        <p:nvSpPr>
          <p:cNvPr id="11" name="Text 0"/>
          <p:cNvSpPr/>
          <p:nvPr>
            <p:ph idx="109" type="pic" hasCustomPrompt="1"/>
          </p:nvPr>
        </p:nvSpPr>
        <p:spPr>
          <a:xfrm>
            <a:off x="6839712" y="1307592"/>
            <a:ext cx="1773936" cy="102412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2" name="Text 0"/>
          <p:cNvSpPr/>
          <p:nvPr>
            <p:ph idx="110" type="body" hasCustomPrompt="1"/>
          </p:nvPr>
        </p:nvSpPr>
        <p:spPr>
          <a:xfrm>
            <a:off x="6839712" y="2414016"/>
            <a:ext cx="1773936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Vereinsname</a:t>
            </a:r>
            <a:endParaRPr lang="en-US" sz="1100" dirty="0"/>
          </a:p>
        </p:txBody>
      </p:sp>
      <p:sp>
        <p:nvSpPr>
          <p:cNvPr id="13" name="Text 0"/>
          <p:cNvSpPr/>
          <p:nvPr>
            <p:ph idx="111" type="pic" hasCustomPrompt="1"/>
          </p:nvPr>
        </p:nvSpPr>
        <p:spPr>
          <a:xfrm>
            <a:off x="530352" y="2907792"/>
            <a:ext cx="1773936" cy="102412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4" name="Text 0"/>
          <p:cNvSpPr/>
          <p:nvPr>
            <p:ph idx="112" type="body" hasCustomPrompt="1"/>
          </p:nvPr>
        </p:nvSpPr>
        <p:spPr>
          <a:xfrm>
            <a:off x="530352" y="4014216"/>
            <a:ext cx="1773936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Vereinsname</a:t>
            </a:r>
            <a:endParaRPr lang="en-US" sz="1100" dirty="0"/>
          </a:p>
        </p:txBody>
      </p:sp>
      <p:sp>
        <p:nvSpPr>
          <p:cNvPr id="15" name="Text 0"/>
          <p:cNvSpPr/>
          <p:nvPr>
            <p:ph idx="113" type="pic" hasCustomPrompt="1"/>
          </p:nvPr>
        </p:nvSpPr>
        <p:spPr>
          <a:xfrm>
            <a:off x="2633472" y="2907792"/>
            <a:ext cx="1773936" cy="102412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6" name="Text 0"/>
          <p:cNvSpPr/>
          <p:nvPr>
            <p:ph idx="114" type="body" hasCustomPrompt="1"/>
          </p:nvPr>
        </p:nvSpPr>
        <p:spPr>
          <a:xfrm>
            <a:off x="2633472" y="4014216"/>
            <a:ext cx="1773936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Vereinsname</a:t>
            </a:r>
            <a:endParaRPr lang="en-US" sz="1100" dirty="0"/>
          </a:p>
        </p:txBody>
      </p:sp>
      <p:sp>
        <p:nvSpPr>
          <p:cNvPr id="17" name="Text 0"/>
          <p:cNvSpPr/>
          <p:nvPr>
            <p:ph idx="115" type="pic" hasCustomPrompt="1"/>
          </p:nvPr>
        </p:nvSpPr>
        <p:spPr>
          <a:xfrm>
            <a:off x="4736592" y="2907792"/>
            <a:ext cx="1773936" cy="102412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8" name="Text 0"/>
          <p:cNvSpPr/>
          <p:nvPr>
            <p:ph idx="116" type="body" hasCustomPrompt="1"/>
          </p:nvPr>
        </p:nvSpPr>
        <p:spPr>
          <a:xfrm>
            <a:off x="4736592" y="4014216"/>
            <a:ext cx="1773936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Vereinsname</a:t>
            </a:r>
            <a:endParaRPr lang="en-US" sz="1100" dirty="0"/>
          </a:p>
        </p:txBody>
      </p:sp>
      <p:sp>
        <p:nvSpPr>
          <p:cNvPr id="19" name="Text 0"/>
          <p:cNvSpPr/>
          <p:nvPr>
            <p:ph idx="117" type="pic" hasCustomPrompt="1"/>
          </p:nvPr>
        </p:nvSpPr>
        <p:spPr>
          <a:xfrm>
            <a:off x="6839712" y="2907792"/>
            <a:ext cx="1773936" cy="102412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20" name="Text 0"/>
          <p:cNvSpPr/>
          <p:nvPr>
            <p:ph idx="118" type="body" hasCustomPrompt="1"/>
          </p:nvPr>
        </p:nvSpPr>
        <p:spPr>
          <a:xfrm>
            <a:off x="6839712" y="4014216"/>
            <a:ext cx="1773936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Vereinsname</a:t>
            </a:r>
            <a:endParaRPr lang="en-US" sz="1100" dirty="0"/>
          </a:p>
        </p:txBody>
      </p:sp>
      <p:sp>
        <p:nvSpPr>
          <p:cNvPr id="21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1020</a:t>
            </a:fld>
            <a:endParaRPr lang="en-US"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ABSCHLUSS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ligh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457200"/>
            <a:ext cx="1463040" cy="804672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371600"/>
            <a:ext cx="484632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Lassen Sie uns starten</a:t>
            </a:r>
            <a:endParaRPr lang="en-US" sz="32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423160"/>
            <a:ext cx="484632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wir als Nächstes gemeinsam tun</a:t>
            </a:r>
            <a:endParaRPr lang="en-US" sz="1600" dirty="0"/>
          </a:p>
        </p:txBody>
      </p:sp>
      <p:sp>
        <p:nvSpPr>
          <p:cNvPr id="5" name="Text 0"/>
          <p:cNvSpPr/>
          <p:nvPr>
            <p:ph idx="103" type="pic" hasCustomPrompt="1"/>
          </p:nvPr>
        </p:nvSpPr>
        <p:spPr>
          <a:xfrm>
            <a:off x="548640" y="3154680"/>
            <a:ext cx="960120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Porträt einfügen</a:t>
            </a:r>
            <a:endParaRPr lang="en-US" sz="12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1691640" y="3154680"/>
            <a:ext cx="365760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Vorname Nachname</a:t>
            </a:r>
            <a:endParaRPr lang="en-US" sz="1600" dirty="0"/>
          </a:p>
        </p:txBody>
      </p:sp>
      <p:sp>
        <p:nvSpPr>
          <p:cNvPr id="7" name="Text 0"/>
          <p:cNvSpPr/>
          <p:nvPr>
            <p:ph idx="105" type="body" hasCustomPrompt="1"/>
          </p:nvPr>
        </p:nvSpPr>
        <p:spPr>
          <a:xfrm>
            <a:off x="1691640" y="3474720"/>
            <a:ext cx="36576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Ihr Ansprechpartner</a:t>
            </a:r>
            <a:endParaRPr lang="en-US" sz="1200" dirty="0"/>
          </a:p>
        </p:txBody>
      </p:sp>
      <p:sp>
        <p:nvSpPr>
          <p:cNvPr id="8" name="Text 0"/>
          <p:cNvSpPr/>
          <p:nvPr>
            <p:ph idx="106" type="body" hasCustomPrompt="1"/>
          </p:nvPr>
        </p:nvSpPr>
        <p:spPr>
          <a:xfrm>
            <a:off x="1691640" y="3749040"/>
            <a:ext cx="365760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Telefon · E-Mail</a:t>
            </a:r>
            <a:endParaRPr lang="en-US" sz="1200" dirty="0"/>
          </a:p>
        </p:txBody>
      </p:sp>
      <p:sp>
        <p:nvSpPr>
          <p:cNvPr id="9" name="Text 0"/>
          <p:cNvSpPr/>
          <p:nvPr/>
        </p:nvSpPr>
        <p:spPr>
          <a:xfrm>
            <a:off x="5897880" y="155448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NÄCHSTER SCHRITT</a:t>
            </a:r>
            <a:endParaRPr lang="en-US" sz="1000" dirty="0"/>
          </a:p>
        </p:txBody>
      </p:sp>
      <p:sp>
        <p:nvSpPr>
          <p:cNvPr id="10" name="Text 1"/>
          <p:cNvSpPr/>
          <p:nvPr>
            <p:ph idx="108" type="body" hasCustomPrompt="1"/>
          </p:nvPr>
        </p:nvSpPr>
        <p:spPr>
          <a:xfrm>
            <a:off x="5897880" y="1828800"/>
            <a:ext cx="2560320" cy="12344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4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jetzt zu tun ist, bis wann</a:t>
            </a:r>
            <a:endParaRPr lang="en-US" sz="1400" dirty="0"/>
          </a:p>
        </p:txBody>
      </p:sp>
      <p:sp>
        <p:nvSpPr>
          <p:cNvPr id="11" name="Text 1"/>
          <p:cNvSpPr/>
          <p:nvPr>
            <p:ph idx="109" type="pic" hasCustomPrompt="1"/>
          </p:nvPr>
        </p:nvSpPr>
        <p:spPr>
          <a:xfrm>
            <a:off x="5897880" y="3200400"/>
            <a:ext cx="9144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QR-Code einfügen</a:t>
            </a:r>
            <a:endParaRPr lang="en-US" sz="1200" dirty="0"/>
          </a:p>
        </p:txBody>
      </p:sp>
      <p:sp>
        <p:nvSpPr>
          <p:cNvPr id="12" name="Text 1"/>
          <p:cNvSpPr/>
          <p:nvPr>
            <p:ph idx="110" type="body" hasCustomPrompt="1"/>
          </p:nvPr>
        </p:nvSpPr>
        <p:spPr>
          <a:xfrm>
            <a:off x="6949440" y="3200400"/>
            <a:ext cx="16002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Anfrage online</a:t>
            </a:r>
            <a:endParaRPr lang="en-US" sz="1200" dirty="0"/>
          </a:p>
        </p:txBody>
      </p:sp>
      <p:sp>
        <p:nvSpPr>
          <p:cNvPr id="13" name="Text 1"/>
          <p:cNvSpPr/>
          <p:nvPr/>
        </p:nvSpPr>
        <p:spPr>
          <a:xfrm>
            <a:off x="54864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9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jpg"/><Relationship Id="rId3" Type="http://schemas.openxmlformats.org/officeDocument/2006/relationships/image" Target="../media/image-8-3.jpg"/><Relationship Id="rId4" Type="http://schemas.openxmlformats.org/officeDocument/2006/relationships/image" Target="../media/image-8-4.jpg"/><Relationship Id="rId5" Type="http://schemas.openxmlformats.org/officeDocument/2006/relationships/image" Target="../media/image-8-5.jpg"/><Relationship Id="rId6" Type="http://schemas.openxmlformats.org/officeDocument/2006/relationships/image" Target="../media/image-8-6.jpg"/><Relationship Id="rId7" Type="http://schemas.openxmlformats.org/officeDocument/2006/relationships/image" Target="../media/image-8-7.jpg"/><Relationship Id="rId8" Type="http://schemas.openxmlformats.org/officeDocument/2006/relationships/image" Target="../media/image-8-8.jpg"/><Relationship Id="rId9" Type="http://schemas.openxmlformats.org/officeDocument/2006/relationships/image" Target="../media/image-8-9.jpg"/><Relationship Id="rId10" Type="http://schemas.openxmlformats.org/officeDocument/2006/relationships/image" Target="../media/image-8-10.jpg"/><Relationship Id="rId11" Type="http://schemas.openxmlformats.org/officeDocument/2006/relationships/image" Target="../media/image-8-11.jpg"/><Relationship Id="rId12" Type="http://schemas.openxmlformats.org/officeDocument/2006/relationships/image" Target="../media/image-8-12.jpg"/><Relationship Id="rId13" Type="http://schemas.openxmlformats.org/officeDocument/2006/relationships/slideLayout" Target="../slideLayouts/slideLayout15.xml"/><Relationship Id="rId1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jpg"/><Relationship Id="rId3" Type="http://schemas.openxmlformats.org/officeDocument/2006/relationships/image" Target="../media/image-9-3.jpg"/><Relationship Id="rId4" Type="http://schemas.openxmlformats.org/officeDocument/2006/relationships/image" Target="../media/image-9-4.jpg"/><Relationship Id="rId5" Type="http://schemas.openxmlformats.org/officeDocument/2006/relationships/image" Target="../media/image-9-5.jpg"/><Relationship Id="rId6" Type="http://schemas.openxmlformats.org/officeDocument/2006/relationships/image" Target="../media/image-9-6.jpg"/><Relationship Id="rId7" Type="http://schemas.openxmlformats.org/officeDocument/2006/relationships/image" Target="../media/image-9-7.jpg"/><Relationship Id="rId8" Type="http://schemas.openxmlformats.org/officeDocument/2006/relationships/slideLayout" Target="../slideLayouts/slideLayout15.xml"/><Relationship Id="rId9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jpg"/><Relationship Id="rId3" Type="http://schemas.openxmlformats.org/officeDocument/2006/relationships/image" Target="../media/image-10-3.jpg"/><Relationship Id="rId4" Type="http://schemas.openxmlformats.org/officeDocument/2006/relationships/image" Target="../media/image-10-4.jpg"/><Relationship Id="rId5" Type="http://schemas.openxmlformats.org/officeDocument/2006/relationships/slideLayout" Target="../slideLayouts/slideLayout13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image" Target="../media/image-11-7.png"/><Relationship Id="rId8" Type="http://schemas.openxmlformats.org/officeDocument/2006/relationships/image" Target="../media/image-11-8.png"/><Relationship Id="rId9" Type="http://schemas.openxmlformats.org/officeDocument/2006/relationships/slideLayout" Target="../slideLayouts/slideLayout20.xml"/><Relationship Id="rId10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image" Target="../media/image-13-2.jpg"/><Relationship Id="rId3" Type="http://schemas.openxmlformats.org/officeDocument/2006/relationships/image" Target="../media/image-13-3.jpg"/><Relationship Id="rId4" Type="http://schemas.openxmlformats.org/officeDocument/2006/relationships/image" Target="../media/image-13-4.jpg"/><Relationship Id="rId5" Type="http://schemas.openxmlformats.org/officeDocument/2006/relationships/slideLayout" Target="../slideLayouts/slideLayout13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image" Target="../media/image-14-2.jpg"/><Relationship Id="rId3" Type="http://schemas.openxmlformats.org/officeDocument/2006/relationships/image" Target="../media/image-14-3.jpg"/><Relationship Id="rId4" Type="http://schemas.openxmlformats.org/officeDocument/2006/relationships/image" Target="../media/image-14-4.jpg"/><Relationship Id="rId5" Type="http://schemas.openxmlformats.org/officeDocument/2006/relationships/slideLayout" Target="../slideLayouts/slideLayout14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image" Target="../media/image-15-7.png"/><Relationship Id="rId8" Type="http://schemas.openxmlformats.org/officeDocument/2006/relationships/image" Target="../media/image-15-8.png"/><Relationship Id="rId9" Type="http://schemas.openxmlformats.org/officeDocument/2006/relationships/image" Target="../media/image-15-9.png"/><Relationship Id="rId10" Type="http://schemas.openxmlformats.org/officeDocument/2006/relationships/image" Target="../media/image-15-10.png"/><Relationship Id="rId11" Type="http://schemas.openxmlformats.org/officeDocument/2006/relationships/image" Target="../media/image-15-11.png"/><Relationship Id="rId12" Type="http://schemas.openxmlformats.org/officeDocument/2006/relationships/image" Target="../media/image-15-12.png"/><Relationship Id="rId13" Type="http://schemas.openxmlformats.org/officeDocument/2006/relationships/image" Target="../media/image-15-13.png"/><Relationship Id="rId14" Type="http://schemas.openxmlformats.org/officeDocument/2006/relationships/image" Target="../media/image-15-14.png"/><Relationship Id="rId15" Type="http://schemas.openxmlformats.org/officeDocument/2006/relationships/slideLayout" Target="../slideLayouts/slideLayout19.xml"/><Relationship Id="rId16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21.xml"/><Relationship Id="rId4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548640" y="1691640"/>
            <a:ext cx="6583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Textilveredelung aus Ammerbuch</a:t>
            </a:r>
            <a:endParaRPr lang="en-US" sz="4000" dirty="0"/>
          </a:p>
        </p:txBody>
      </p:sp>
      <p:sp>
        <p:nvSpPr>
          <p:cNvPr id="3" name="Text 0"/>
          <p:cNvSpPr txBox="1"/>
          <p:nvPr>
            <p:ph idx="102" type="body" hasCustomPrompt="1"/>
          </p:nvPr>
        </p:nvSpPr>
        <p:spPr>
          <a:xfrm>
            <a:off x="548640" y="2926080"/>
            <a:ext cx="6583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Druck und Stickerei für Vereine und Unternehmen. Aus einer Hand, aus der Region.</a:t>
            </a:r>
            <a:endParaRPr lang="en-US" sz="1800" dirty="0"/>
          </a:p>
        </p:txBody>
      </p:sp>
      <p:sp>
        <p:nvSpPr>
          <p:cNvPr id="4" name="Text 0"/>
          <p:cNvSpPr txBox="1"/>
          <p:nvPr>
            <p:ph idx="103" type="body" hasCustomPrompt="1"/>
          </p:nvPr>
        </p:nvSpPr>
        <p:spPr>
          <a:xfrm>
            <a:off x="548640" y="3794760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Firmenpräsentation</a:t>
            </a:r>
            <a:endParaRPr lang="en-US" sz="1600" dirty="0"/>
          </a:p>
        </p:txBody>
      </p:sp>
      <p:sp>
        <p:nvSpPr>
          <p:cNvPr id="5" name="Text 0"/>
          <p:cNvSpPr txBox="1"/>
          <p:nvPr>
            <p:ph idx="104" type="body" hasCustomPrompt="1"/>
          </p:nvPr>
        </p:nvSpPr>
        <p:spPr>
          <a:xfrm>
            <a:off x="548640" y="4206240"/>
            <a:ext cx="6583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September 2026 · maiershirts.de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uns ausmacht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34440"/>
            <a:ext cx="3749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 veredelt Textilien für Vereine, Unternehmen und Events. Vom einzelnen Shirt bis zur kompletten Teamausstattung: Beratung, Textil, Druck oder Stickerei und Versand kommen aus einer Hand.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2743200"/>
            <a:ext cx="37490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Beratung zu Textil, Verfahren und Motiv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Druck und Stickerei im eigenen Haus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1 Stück, Serien mit exaktem Farb-Match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Motive und Artikel bleiben hinterlegt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0" y="1234440"/>
            <a:ext cx="196596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800600" y="1508760"/>
            <a:ext cx="365760" cy="0"/>
          </a:xfrm>
          <a:prstGeom prst="line">
            <a:avLst/>
          </a:prstGeom>
          <a:noFill/>
          <a:ln w="38100">
            <a:solidFill>
              <a:srgbClr val="819E7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00600" y="16459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Textil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4800600" y="1984248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Markenqualität von Joma, B&amp;C, Stanley/Stella und weiteren Herstellern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675120" y="1234440"/>
            <a:ext cx="196596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903720" y="1508760"/>
            <a:ext cx="365760" cy="0"/>
          </a:xfrm>
          <a:prstGeom prst="line">
            <a:avLst/>
          </a:prstGeom>
          <a:noFill/>
          <a:ln w="38100">
            <a:solidFill>
              <a:srgbClr val="819E7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903720" y="16459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Veredelung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6903720" y="1984248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Digitaldruck, Siebdrucktransfer, Spezialtransfer und Stickerei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0" y="2880360"/>
            <a:ext cx="196596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800600" y="3154680"/>
            <a:ext cx="365760" cy="0"/>
          </a:xfrm>
          <a:prstGeom prst="line">
            <a:avLst/>
          </a:prstGeom>
          <a:noFill/>
          <a:ln w="38100">
            <a:solidFill>
              <a:srgbClr val="819E7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800600" y="329184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Vereinsshop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4800600" y="3630168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Eigene Shop-Seite je Verein: online bestellen statt Listen sammeln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675120" y="2880360"/>
            <a:ext cx="196596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903720" y="3154680"/>
            <a:ext cx="365760" cy="0"/>
          </a:xfrm>
          <a:prstGeom prst="line">
            <a:avLst/>
          </a:prstGeom>
          <a:noFill/>
          <a:ln w="38100">
            <a:solidFill>
              <a:srgbClr val="819E7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903720" y="329184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Nachbestellung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6903720" y="3630168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Motive, Größen und Artikel bleiben im System, jederzeit abrufbar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hm/sgq6d80d0vq133k7n8dc9bnw0000gn/T/maiershirts-jA74OB/foto-vollbild-1000x420.jpg">    </p:cNvPr>
          <p:cNvPicPr>
            <a:picLocks noChangeAspect="1"/>
          </p:cNvPicPr>
          <p:nvPr>
            <p:ph idx="100" type="pic" hasCustomPrompt="1"/>
          </p:nvPr>
        </p:nvPicPr>
        <p:blipFill>
          <a:blip r:embed="rId1"/>
          <a:stretch>
            <a:fillRect/>
          </a:stretch>
        </p:blipFill>
        <p:spPr>
          <a:xfrm>
            <a:off x="0" y="0"/>
            <a:ext cx="9144000" cy="3840480"/>
          </a:xfrm>
          <a:prstGeom prst="rect">
            <a:avLst/>
          </a:prstGeom>
        </p:spPr>
      </p:pic>
      <p:sp>
        <p:nvSpPr>
          <p:cNvPr id="3" name="Text 0"/>
          <p:cNvSpPr txBox="1"/>
          <p:nvPr>
            <p:ph idx="102" type="title" hasCustomPrompt="1"/>
          </p:nvPr>
        </p:nvSpPr>
        <p:spPr>
          <a:xfrm>
            <a:off x="548640" y="3977640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Ein Motiv, das sitzt.</a:t>
            </a:r>
            <a:endParaRPr lang="en-US" sz="2400" dirty="0"/>
          </a:p>
        </p:txBody>
      </p:sp>
      <p:sp>
        <p:nvSpPr>
          <p:cNvPr id="4" name="Text 0"/>
          <p:cNvSpPr txBox="1"/>
          <p:nvPr>
            <p:ph idx="103" type="body" hasCustomPrompt="1"/>
          </p:nvPr>
        </p:nvSpPr>
        <p:spPr>
          <a:xfrm>
            <a:off x="548640" y="4480560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Maiershirts-Logo auf Polo-Shirt, aus der eigenen Produktion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 läuft ein Auftrag ab</a:t>
            </a:r>
            <a:endParaRPr lang="en-US" sz="2800" dirty="0"/>
          </a:p>
        </p:txBody>
      </p:sp>
      <p:sp>
        <p:nvSpPr>
          <p:cNvPr id="3" name="Text 1"/>
          <p:cNvSpPr txBox="1"/>
          <p:nvPr>
            <p:ph idx="103" type="body" hasCustomPrompt="1"/>
          </p:nvPr>
        </p:nvSpPr>
        <p:spPr>
          <a:xfrm>
            <a:off x="45720" y="27432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Anfrage</a:t>
            </a:r>
            <a:endParaRPr lang="en-US" sz="1600" dirty="0"/>
          </a:p>
        </p:txBody>
      </p:sp>
      <p:sp>
        <p:nvSpPr>
          <p:cNvPr id="4" name="Text 1"/>
          <p:cNvSpPr txBox="1"/>
          <p:nvPr>
            <p:ph idx="104" type="body" hasCustomPrompt="1"/>
          </p:nvPr>
        </p:nvSpPr>
        <p:spPr>
          <a:xfrm>
            <a:off x="45720" y="310896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Textil, Menge und Motiv per Mail, Telefon oder über den Shop</a:t>
            </a:r>
            <a:endParaRPr lang="en-US" sz="1200" dirty="0"/>
          </a:p>
        </p:txBody>
      </p:sp>
      <p:sp>
        <p:nvSpPr>
          <p:cNvPr id="5" name="Text 2"/>
          <p:cNvSpPr txBox="1"/>
          <p:nvPr>
            <p:ph idx="106" type="body" hasCustomPrompt="1"/>
          </p:nvPr>
        </p:nvSpPr>
        <p:spPr>
          <a:xfrm>
            <a:off x="2148840" y="27432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Angebot</a:t>
            </a:r>
            <a:endParaRPr lang="en-US" sz="1600" dirty="0"/>
          </a:p>
        </p:txBody>
      </p:sp>
      <p:sp>
        <p:nvSpPr>
          <p:cNvPr id="6" name="Text 2"/>
          <p:cNvSpPr txBox="1"/>
          <p:nvPr>
            <p:ph idx="107" type="body" hasCustomPrompt="1"/>
          </p:nvPr>
        </p:nvSpPr>
        <p:spPr>
          <a:xfrm>
            <a:off x="2148840" y="310896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Angebot und Mockup zur Freigabe innerhalb von 48 Stunden</a:t>
            </a:r>
            <a:endParaRPr lang="en-US" sz="1200" dirty="0"/>
          </a:p>
        </p:txBody>
      </p:sp>
      <p:sp>
        <p:nvSpPr>
          <p:cNvPr id="7" name="Text 3"/>
          <p:cNvSpPr txBox="1"/>
          <p:nvPr>
            <p:ph idx="109" type="body" hasCustomPrompt="1"/>
          </p:nvPr>
        </p:nvSpPr>
        <p:spPr>
          <a:xfrm>
            <a:off x="4251960" y="27432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Produktion</a:t>
            </a:r>
            <a:endParaRPr lang="en-US" sz="1600" dirty="0"/>
          </a:p>
        </p:txBody>
      </p:sp>
      <p:sp>
        <p:nvSpPr>
          <p:cNvPr id="8" name="Text 3"/>
          <p:cNvSpPr txBox="1"/>
          <p:nvPr>
            <p:ph idx="110" type="body" hasCustomPrompt="1"/>
          </p:nvPr>
        </p:nvSpPr>
        <p:spPr>
          <a:xfrm>
            <a:off x="4251960" y="310896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Druck oder Stickerei nach Freigabe, im eigenen Haus</a:t>
            </a:r>
            <a:endParaRPr lang="en-US" sz="1200" dirty="0"/>
          </a:p>
        </p:txBody>
      </p:sp>
      <p:sp>
        <p:nvSpPr>
          <p:cNvPr id="9" name="Text 4"/>
          <p:cNvSpPr txBox="1"/>
          <p:nvPr>
            <p:ph idx="112" type="body" hasCustomPrompt="1"/>
          </p:nvPr>
        </p:nvSpPr>
        <p:spPr>
          <a:xfrm>
            <a:off x="6355080" y="27432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Lieferung</a:t>
            </a:r>
            <a:endParaRPr lang="en-US" sz="1600" dirty="0"/>
          </a:p>
        </p:txBody>
      </p:sp>
      <p:sp>
        <p:nvSpPr>
          <p:cNvPr id="10" name="Text 4"/>
          <p:cNvSpPr txBox="1"/>
          <p:nvPr>
            <p:ph idx="113" type="body" hasCustomPrompt="1"/>
          </p:nvPr>
        </p:nvSpPr>
        <p:spPr>
          <a:xfrm>
            <a:off x="6355080" y="310896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Versand oder Abholung zum vereinbarten Termin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Vier Verfahren, ein Anspruch</a:t>
            </a:r>
            <a:endParaRPr lang="en-US" sz="2800" dirty="0"/>
          </a:p>
        </p:txBody>
      </p:sp>
      <p:sp>
        <p:nvSpPr>
          <p:cNvPr id="3" name="Text 0"/>
          <p:cNvSpPr txBox="1"/>
          <p:nvPr>
            <p:ph idx="102" type="body" hasCustomPrompt="1"/>
          </p:nvPr>
        </p:nvSpPr>
        <p:spPr>
          <a:xfrm>
            <a:off x="457200" y="91440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Ehrlich mit Stärken und Grenzen, damit jedes Motiv da landet, wo es am besten sitzt.</a:t>
            </a:r>
            <a:endParaRPr lang="en-US" sz="1200" dirty="0"/>
          </a:p>
        </p:txBody>
      </p:sp>
      <p:sp>
        <p:nvSpPr>
          <p:cNvPr id="4" name="Text 1"/>
          <p:cNvSpPr txBox="1"/>
          <p:nvPr>
            <p:ph idx="104" type="body" hasCustomPrompt="1"/>
          </p:nvPr>
        </p:nvSpPr>
        <p:spPr>
          <a:xfrm>
            <a:off x="621792" y="160020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Digitaldruck</a:t>
            </a:r>
            <a:endParaRPr lang="en-US" sz="1600" dirty="0"/>
          </a:p>
        </p:txBody>
      </p:sp>
      <p:sp>
        <p:nvSpPr>
          <p:cNvPr id="5" name="Text 1"/>
          <p:cNvSpPr txBox="1"/>
          <p:nvPr>
            <p:ph idx="105" type="body" hasCustomPrompt="1"/>
          </p:nvPr>
        </p:nvSpPr>
        <p:spPr>
          <a:xfrm>
            <a:off x="621792" y="1938528"/>
            <a:ext cx="1645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Fotos, viele Farben, Namen und Nummern. Kleine Mengen, gemischte Größen, fast jedes Material.</a:t>
            </a:r>
            <a:endParaRPr lang="en-US" sz="1200" dirty="0"/>
          </a:p>
        </p:txBody>
      </p:sp>
      <p:sp>
        <p:nvSpPr>
          <p:cNvPr id="6" name="Text 2"/>
          <p:cNvSpPr txBox="1"/>
          <p:nvPr>
            <p:ph idx="107" type="body" hasCustomPrompt="1"/>
          </p:nvPr>
        </p:nvSpPr>
        <p:spPr>
          <a:xfrm>
            <a:off x="1261872" y="3090672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bis 60 °C</a:t>
            </a:r>
            <a:endParaRPr lang="en-US" sz="1200" dirty="0"/>
          </a:p>
        </p:txBody>
      </p:sp>
      <p:sp>
        <p:nvSpPr>
          <p:cNvPr id="7" name="Text 3"/>
          <p:cNvSpPr txBox="1"/>
          <p:nvPr>
            <p:ph idx="109" type="body" hasCustomPrompt="1"/>
          </p:nvPr>
        </p:nvSpPr>
        <p:spPr>
          <a:xfrm>
            <a:off x="1261872" y="3419856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1 Stück</a:t>
            </a:r>
            <a:endParaRPr lang="en-US" sz="1200" dirty="0"/>
          </a:p>
        </p:txBody>
      </p:sp>
      <p:sp>
        <p:nvSpPr>
          <p:cNvPr id="8" name="Text 4"/>
          <p:cNvSpPr txBox="1"/>
          <p:nvPr>
            <p:ph idx="111" type="body" hasCustomPrompt="1"/>
          </p:nvPr>
        </p:nvSpPr>
        <p:spPr>
          <a:xfrm>
            <a:off x="1261872" y="3749040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Vollfarbe</a:t>
            </a:r>
            <a:endParaRPr lang="en-US" sz="1200" dirty="0"/>
          </a:p>
        </p:txBody>
      </p:sp>
      <p:sp>
        <p:nvSpPr>
          <p:cNvPr id="9" name="Text 5"/>
          <p:cNvSpPr txBox="1"/>
          <p:nvPr>
            <p:ph idx="113" type="body" hasCustomPrompt="1"/>
          </p:nvPr>
        </p:nvSpPr>
        <p:spPr>
          <a:xfrm>
            <a:off x="2724912" y="160020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Siebdrucktransfer</a:t>
            </a:r>
            <a:endParaRPr lang="en-US" sz="1600" dirty="0"/>
          </a:p>
        </p:txBody>
      </p:sp>
      <p:sp>
        <p:nvSpPr>
          <p:cNvPr id="10" name="Text 5"/>
          <p:cNvSpPr txBox="1"/>
          <p:nvPr>
            <p:ph idx="114" type="body" hasCustomPrompt="1"/>
          </p:nvPr>
        </p:nvSpPr>
        <p:spPr>
          <a:xfrm>
            <a:off x="2724912" y="1938528"/>
            <a:ext cx="1645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Serien mit gleichem Motiv: Team-, Vereins- und Workwear. Exaktes Farb-Match, lagerbar für Nachbestellungen.</a:t>
            </a:r>
            <a:endParaRPr lang="en-US" sz="1200" dirty="0"/>
          </a:p>
        </p:txBody>
      </p:sp>
      <p:sp>
        <p:nvSpPr>
          <p:cNvPr id="11" name="Text 6"/>
          <p:cNvSpPr txBox="1"/>
          <p:nvPr>
            <p:ph idx="116" type="body" hasCustomPrompt="1"/>
          </p:nvPr>
        </p:nvSpPr>
        <p:spPr>
          <a:xfrm>
            <a:off x="3364992" y="3090672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50+ Wäschen</a:t>
            </a:r>
            <a:endParaRPr lang="en-US" sz="1200" dirty="0"/>
          </a:p>
        </p:txBody>
      </p:sp>
      <p:sp>
        <p:nvSpPr>
          <p:cNvPr id="12" name="Text 7"/>
          <p:cNvSpPr txBox="1"/>
          <p:nvPr>
            <p:ph idx="118" type="body" hasCustomPrompt="1"/>
          </p:nvPr>
        </p:nvSpPr>
        <p:spPr>
          <a:xfrm>
            <a:off x="3364992" y="3419856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25 Stück</a:t>
            </a:r>
            <a:endParaRPr lang="en-US" sz="1200" dirty="0"/>
          </a:p>
        </p:txBody>
      </p:sp>
      <p:sp>
        <p:nvSpPr>
          <p:cNvPr id="13" name="Text 8"/>
          <p:cNvSpPr txBox="1"/>
          <p:nvPr>
            <p:ph idx="120" type="body" hasCustomPrompt="1"/>
          </p:nvPr>
        </p:nvSpPr>
        <p:spPr>
          <a:xfrm>
            <a:off x="3364992" y="3749040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Sonderfarben</a:t>
            </a:r>
            <a:endParaRPr lang="en-US" sz="1200" dirty="0"/>
          </a:p>
        </p:txBody>
      </p:sp>
      <p:sp>
        <p:nvSpPr>
          <p:cNvPr id="14" name="Text 9"/>
          <p:cNvSpPr txBox="1"/>
          <p:nvPr>
            <p:ph idx="122" type="body" hasCustomPrompt="1"/>
          </p:nvPr>
        </p:nvSpPr>
        <p:spPr>
          <a:xfrm>
            <a:off x="4828032" y="160020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Spezialtransfer</a:t>
            </a:r>
            <a:endParaRPr lang="en-US" sz="1600" dirty="0"/>
          </a:p>
        </p:txBody>
      </p:sp>
      <p:sp>
        <p:nvSpPr>
          <p:cNvPr id="15" name="Text 9"/>
          <p:cNvSpPr txBox="1"/>
          <p:nvPr>
            <p:ph idx="123" type="body" hasCustomPrompt="1"/>
          </p:nvPr>
        </p:nvSpPr>
        <p:spPr>
          <a:xfrm>
            <a:off x="4828032" y="1938528"/>
            <a:ext cx="1645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Berufskleidung mit Industriewäsche: Handwerk, Pflege, Gastro. Übersteht, wo normale Drucke versagen.</a:t>
            </a:r>
            <a:endParaRPr lang="en-US" sz="1200" dirty="0"/>
          </a:p>
        </p:txBody>
      </p:sp>
      <p:sp>
        <p:nvSpPr>
          <p:cNvPr id="16" name="Text 10"/>
          <p:cNvSpPr txBox="1"/>
          <p:nvPr>
            <p:ph idx="125" type="body" hasCustomPrompt="1"/>
          </p:nvPr>
        </p:nvSpPr>
        <p:spPr>
          <a:xfrm>
            <a:off x="5468112" y="3090672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bis 90 °C</a:t>
            </a:r>
            <a:endParaRPr lang="en-US" sz="1200" dirty="0"/>
          </a:p>
        </p:txBody>
      </p:sp>
      <p:sp>
        <p:nvSpPr>
          <p:cNvPr id="17" name="Text 11"/>
          <p:cNvSpPr txBox="1"/>
          <p:nvPr>
            <p:ph idx="127" type="body" hasCustomPrompt="1"/>
          </p:nvPr>
        </p:nvSpPr>
        <p:spPr>
          <a:xfrm>
            <a:off x="5468112" y="3419856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50 Stück</a:t>
            </a:r>
            <a:endParaRPr lang="en-US" sz="1200" dirty="0"/>
          </a:p>
        </p:txBody>
      </p:sp>
      <p:sp>
        <p:nvSpPr>
          <p:cNvPr id="18" name="Text 12"/>
          <p:cNvSpPr txBox="1"/>
          <p:nvPr>
            <p:ph idx="129" type="body" hasCustomPrompt="1"/>
          </p:nvPr>
        </p:nvSpPr>
        <p:spPr>
          <a:xfrm>
            <a:off x="5468112" y="3749040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Vollton</a:t>
            </a:r>
            <a:endParaRPr lang="en-US" sz="1200" dirty="0"/>
          </a:p>
        </p:txBody>
      </p:sp>
      <p:sp>
        <p:nvSpPr>
          <p:cNvPr id="19" name="Text 13"/>
          <p:cNvSpPr txBox="1"/>
          <p:nvPr>
            <p:ph idx="131" type="body" hasCustomPrompt="1"/>
          </p:nvPr>
        </p:nvSpPr>
        <p:spPr>
          <a:xfrm>
            <a:off x="6931152" y="160020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Stickerei</a:t>
            </a:r>
            <a:endParaRPr lang="en-US" sz="1600" dirty="0"/>
          </a:p>
        </p:txBody>
      </p:sp>
      <p:sp>
        <p:nvSpPr>
          <p:cNvPr id="20" name="Text 13"/>
          <p:cNvSpPr txBox="1"/>
          <p:nvPr>
            <p:ph idx="132" type="body" hasCustomPrompt="1"/>
          </p:nvPr>
        </p:nvSpPr>
        <p:spPr>
          <a:xfrm>
            <a:off x="6931152" y="1938528"/>
            <a:ext cx="1645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Polos, Caps, Jacken und Workwear. Edler, erhabener Look für Logos. Schrift ab ca. 6 mm Höhe.</a:t>
            </a:r>
            <a:endParaRPr lang="en-US" sz="1200" dirty="0"/>
          </a:p>
        </p:txBody>
      </p:sp>
      <p:sp>
        <p:nvSpPr>
          <p:cNvPr id="21" name="Text 14"/>
          <p:cNvSpPr txBox="1"/>
          <p:nvPr>
            <p:ph idx="134" type="body" hasCustomPrompt="1"/>
          </p:nvPr>
        </p:nvSpPr>
        <p:spPr>
          <a:xfrm>
            <a:off x="7571232" y="3090672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bis 95 °C</a:t>
            </a:r>
            <a:endParaRPr lang="en-US" sz="1200" dirty="0"/>
          </a:p>
        </p:txBody>
      </p:sp>
      <p:sp>
        <p:nvSpPr>
          <p:cNvPr id="22" name="Text 15"/>
          <p:cNvSpPr txBox="1"/>
          <p:nvPr>
            <p:ph idx="136" type="body" hasCustomPrompt="1"/>
          </p:nvPr>
        </p:nvSpPr>
        <p:spPr>
          <a:xfrm>
            <a:off x="7571232" y="3419856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1 Stück</a:t>
            </a:r>
            <a:endParaRPr lang="en-US" sz="1200" dirty="0"/>
          </a:p>
        </p:txBody>
      </p:sp>
      <p:sp>
        <p:nvSpPr>
          <p:cNvPr id="23" name="Text 16"/>
          <p:cNvSpPr txBox="1"/>
          <p:nvPr>
            <p:ph idx="138" type="body" hasCustomPrompt="1"/>
          </p:nvPr>
        </p:nvSpPr>
        <p:spPr>
          <a:xfrm>
            <a:off x="7571232" y="3749040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Garnfarben</a:t>
            </a:r>
            <a:endParaRPr lang="en-US" sz="1200" dirty="0"/>
          </a:p>
        </p:txBody>
      </p:sp>
      <p:sp>
        <p:nvSpPr>
          <p:cNvPr id="24" name="Text 16"/>
          <p:cNvSpPr txBox="1"/>
          <p:nvPr>
            <p:ph idx="139" type="body" hasCustomPrompt="1"/>
          </p:nvPr>
        </p:nvSpPr>
        <p:spPr>
          <a:xfrm>
            <a:off x="457200" y="425196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Kurz entschieden: </a:t>
            </a:r>
            <a:pPr algn="l" indent="0" marL="0">
              <a:buNone/>
            </a:pPr>
            <a:r>
              <a: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und viele Farben → Digitaldruck · Exakte Farbe in Serie → Siebdrucktransfer · Industriewäsche → Spezialtransfer · Edler Logo-Look → Stickerei. Auf Anfrage: Sublimation und Siebdruck direkt.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body" hasCustomPrompt="1"/>
          </p:nvPr>
        </p:nvSpPr>
        <p:spPr>
          <a:xfrm>
            <a:off x="548640" y="1371600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819E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5400" dirty="0"/>
          </a:p>
        </p:txBody>
      </p:sp>
      <p:sp>
        <p:nvSpPr>
          <p:cNvPr id="3" name="Text 0"/>
          <p:cNvSpPr txBox="1"/>
          <p:nvPr>
            <p:ph idx="102" type="title" hasCustomPrompt="1"/>
          </p:nvPr>
        </p:nvSpPr>
        <p:spPr>
          <a:xfrm>
            <a:off x="548640" y="2286000"/>
            <a:ext cx="6583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Für Vereine</a:t>
            </a:r>
            <a:endParaRPr lang="en-US" sz="3600" dirty="0"/>
          </a:p>
        </p:txBody>
      </p:sp>
      <p:sp>
        <p:nvSpPr>
          <p:cNvPr id="4" name="Text 0"/>
          <p:cNvSpPr txBox="1"/>
          <p:nvPr>
            <p:ph idx="103" type="body" hasCustomPrompt="1"/>
          </p:nvPr>
        </p:nvSpPr>
        <p:spPr>
          <a:xfrm>
            <a:off x="548640" y="3154680"/>
            <a:ext cx="6583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Trikots, Teamwear und ein eigener Vereinsshop. Ohne Sammelliste, ohne Vorkasse durch den Verein.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Der Vereinsshop: bestellen statt Listen sammeln</a:t>
            </a:r>
            <a:endParaRPr lang="en-US" sz="2800" dirty="0"/>
          </a:p>
        </p:txBody>
      </p:sp>
      <p:sp>
        <p:nvSpPr>
          <p:cNvPr id="3" name="Text 1"/>
          <p:cNvSpPr txBox="1"/>
          <p:nvPr>
            <p:ph idx="103" type="body" hasCustomPrompt="1"/>
          </p:nvPr>
        </p:nvSpPr>
        <p:spPr>
          <a:xfrm>
            <a:off x="45720" y="27432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Kollektion festlegen</a:t>
            </a:r>
            <a:endParaRPr lang="en-US" sz="1600" dirty="0"/>
          </a:p>
        </p:txBody>
      </p:sp>
      <p:sp>
        <p:nvSpPr>
          <p:cNvPr id="4" name="Text 1"/>
          <p:cNvSpPr txBox="1"/>
          <p:nvPr>
            <p:ph idx="104" type="body" hasCustomPrompt="1"/>
          </p:nvPr>
        </p:nvSpPr>
        <p:spPr>
          <a:xfrm>
            <a:off x="45720" y="310896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Ihr wählt Teile, Farben und Logo-Platzierung, wir bauen die Kollektion</a:t>
            </a:r>
            <a:endParaRPr lang="en-US" sz="1200" dirty="0"/>
          </a:p>
        </p:txBody>
      </p:sp>
      <p:sp>
        <p:nvSpPr>
          <p:cNvPr id="5" name="Text 2"/>
          <p:cNvSpPr txBox="1"/>
          <p:nvPr>
            <p:ph idx="106" type="body" hasCustomPrompt="1"/>
          </p:nvPr>
        </p:nvSpPr>
        <p:spPr>
          <a:xfrm>
            <a:off x="2148840" y="27432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Shop geht online</a:t>
            </a:r>
            <a:endParaRPr lang="en-US" sz="1600" dirty="0"/>
          </a:p>
        </p:txBody>
      </p:sp>
      <p:sp>
        <p:nvSpPr>
          <p:cNvPr id="6" name="Text 2"/>
          <p:cNvSpPr txBox="1"/>
          <p:nvPr>
            <p:ph idx="107" type="body" hasCustomPrompt="1"/>
          </p:nvPr>
        </p:nvSpPr>
        <p:spPr>
          <a:xfrm>
            <a:off x="2148840" y="310896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Eigene Seite auf maiershirts.de mit eurem Vereinslogo, Link und QR-Code</a:t>
            </a:r>
            <a:endParaRPr lang="en-US" sz="1200" dirty="0"/>
          </a:p>
        </p:txBody>
      </p:sp>
      <p:sp>
        <p:nvSpPr>
          <p:cNvPr id="7" name="Text 3"/>
          <p:cNvSpPr txBox="1"/>
          <p:nvPr>
            <p:ph idx="109" type="body" hasCustomPrompt="1"/>
          </p:nvPr>
        </p:nvSpPr>
        <p:spPr>
          <a:xfrm>
            <a:off x="4251960" y="27432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Jeder bestellt selbst</a:t>
            </a:r>
            <a:endParaRPr lang="en-US" sz="1600" dirty="0"/>
          </a:p>
        </p:txBody>
      </p:sp>
      <p:sp>
        <p:nvSpPr>
          <p:cNvPr id="8" name="Text 3"/>
          <p:cNvSpPr txBox="1"/>
          <p:nvPr>
            <p:ph idx="110" type="body" hasCustomPrompt="1"/>
          </p:nvPr>
        </p:nvSpPr>
        <p:spPr>
          <a:xfrm>
            <a:off x="4251960" y="310896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Größe wählen, bezahlen, fertig. Kein Sammeln, kein Vorstrecken</a:t>
            </a:r>
            <a:endParaRPr lang="en-US" sz="1200" dirty="0"/>
          </a:p>
        </p:txBody>
      </p:sp>
      <p:sp>
        <p:nvSpPr>
          <p:cNvPr id="9" name="Text 4"/>
          <p:cNvSpPr txBox="1"/>
          <p:nvPr>
            <p:ph idx="112" type="body" hasCustomPrompt="1"/>
          </p:nvPr>
        </p:nvSpPr>
        <p:spPr>
          <a:xfrm>
            <a:off x="6355080" y="27432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Abholung im Verein</a:t>
            </a:r>
            <a:endParaRPr lang="en-US" sz="1600" dirty="0"/>
          </a:p>
        </p:txBody>
      </p:sp>
      <p:sp>
        <p:nvSpPr>
          <p:cNvPr id="10" name="Text 4"/>
          <p:cNvSpPr txBox="1"/>
          <p:nvPr>
            <p:ph idx="113" type="body" hasCustomPrompt="1"/>
          </p:nvPr>
        </p:nvSpPr>
        <p:spPr>
          <a:xfrm>
            <a:off x="6355080" y="310896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Wir produzieren, der Verein holt gesammelt ab oder erhält alles auf einmal. Nachbestellung jederzeit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Vereinskollektion SPG · Erwachsene</a:t>
            </a:r>
            <a:endParaRPr lang="en-US" sz="2800" dirty="0"/>
          </a:p>
        </p:txBody>
      </p:sp>
      <p:sp>
        <p:nvSpPr>
          <p:cNvPr id="3" name="Text 0"/>
          <p:cNvSpPr txBox="1"/>
          <p:nvPr>
            <p:ph idx="102" type="body" hasCustomPrompt="1"/>
          </p:nvPr>
        </p:nvSpPr>
        <p:spPr>
          <a:xfrm>
            <a:off x="457200" y="91440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Beispiel SPG Ammerbuch/Wurmlingen: eigener Vereinsshop auf maiershirts.de mit Teamfarben und Vereinslogo.</a:t>
            </a:r>
            <a:endParaRPr lang="en-US" sz="1200" dirty="0"/>
          </a:p>
        </p:txBody>
      </p:sp>
      <p:pic>
        <p:nvPicPr>
          <p:cNvPr id="4" name="Image 0" descr="/var/folders/hm/sgq6d80d0vq133k7n8dc9bnw0000gn/T/maiershirts-jA74OB/foto-kollektionen_spg_t-shirt-combi-men-light-melange-138x112.jpg">    </p:cNvPr>
          <p:cNvPicPr>
            <a:picLocks noChangeAspect="1"/>
          </p:cNvPicPr>
          <p:nvPr>
            <p:ph idx="103" type="pic" hasCustomPrompt="1"/>
          </p:nvPr>
        </p:nvPicPr>
        <p:blipFill>
          <a:blip r:embed="rId1"/>
          <a:stretch>
            <a:fillRect/>
          </a:stretch>
        </p:blipFill>
        <p:spPr>
          <a:xfrm>
            <a:off x="457200" y="1234440"/>
            <a:ext cx="1257300" cy="1024128"/>
          </a:xfrm>
          <a:prstGeom prst="rect">
            <a:avLst/>
          </a:prstGeom>
        </p:spPr>
      </p:pic>
      <p:sp>
        <p:nvSpPr>
          <p:cNvPr id="5" name="Text 0"/>
          <p:cNvSpPr txBox="1"/>
          <p:nvPr>
            <p:ph idx="104" type="body" hasCustomPrompt="1"/>
          </p:nvPr>
        </p:nvSpPr>
        <p:spPr>
          <a:xfrm>
            <a:off x="457200" y="2276856"/>
            <a:ext cx="12573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T-Shirt "Combi" Men Light Melange</a:t>
            </a:r>
            <a:endParaRPr lang="en-US" sz="1000" dirty="0"/>
          </a:p>
        </p:txBody>
      </p:sp>
      <p:sp>
        <p:nvSpPr>
          <p:cNvPr id="6" name="Text 0"/>
          <p:cNvSpPr txBox="1"/>
          <p:nvPr>
            <p:ph idx="105" type="body" hasCustomPrompt="1"/>
          </p:nvPr>
        </p:nvSpPr>
        <p:spPr>
          <a:xfrm>
            <a:off x="457200" y="2587752"/>
            <a:ext cx="12573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000" dirty="0"/>
          </a:p>
        </p:txBody>
      </p:sp>
      <p:pic>
        <p:nvPicPr>
          <p:cNvPr id="7" name="Image 1" descr="/var/folders/hm/sgq6d80d0vq133k7n8dc9bnw0000gn/T/maiershirts-jA74OB/foto-kollektionen_spg_hoodie-men-heather-oxford-138x112.jpg">    </p:cNvPr>
          <p:cNvPicPr>
            <a:picLocks noChangeAspect="1"/>
          </p:cNvPicPr>
          <p:nvPr>
            <p:ph idx="106" type="pic" hasCustomPrompt="1"/>
          </p:nvPr>
        </p:nvPicPr>
        <p:blipFill>
          <a:blip r:embed="rId2"/>
          <a:stretch>
            <a:fillRect/>
          </a:stretch>
        </p:blipFill>
        <p:spPr>
          <a:xfrm>
            <a:off x="1851660" y="1234440"/>
            <a:ext cx="1257300" cy="1024128"/>
          </a:xfrm>
          <a:prstGeom prst="rect">
            <a:avLst/>
          </a:prstGeom>
        </p:spPr>
      </p:pic>
      <p:sp>
        <p:nvSpPr>
          <p:cNvPr id="8" name="Text 0"/>
          <p:cNvSpPr txBox="1"/>
          <p:nvPr>
            <p:ph idx="107" type="body" hasCustomPrompt="1"/>
          </p:nvPr>
        </p:nvSpPr>
        <p:spPr>
          <a:xfrm>
            <a:off x="1851660" y="2276856"/>
            <a:ext cx="12573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Hoodie Men Heather Oxford</a:t>
            </a:r>
            <a:endParaRPr lang="en-US" sz="1000" dirty="0"/>
          </a:p>
        </p:txBody>
      </p:sp>
      <p:sp>
        <p:nvSpPr>
          <p:cNvPr id="9" name="Text 0"/>
          <p:cNvSpPr txBox="1"/>
          <p:nvPr>
            <p:ph idx="108" type="body" hasCustomPrompt="1"/>
          </p:nvPr>
        </p:nvSpPr>
        <p:spPr>
          <a:xfrm>
            <a:off x="1851660" y="2587752"/>
            <a:ext cx="12573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000" dirty="0"/>
          </a:p>
        </p:txBody>
      </p:sp>
      <p:pic>
        <p:nvPicPr>
          <p:cNvPr id="10" name="Image 2" descr="/var/folders/hm/sgq6d80d0vq133k7n8dc9bnw0000gn/T/maiershirts-jA74OB/foto-kollektionen_spg_short-drive-men-white-138x112.jpg">    </p:cNvPr>
          <p:cNvPicPr>
            <a:picLocks noChangeAspect="1"/>
          </p:cNvPicPr>
          <p:nvPr>
            <p:ph idx="109" type="pic" hasCustomPrompt="1"/>
          </p:nvPr>
        </p:nvPicPr>
        <p:blipFill>
          <a:blip r:embed="rId3"/>
          <a:stretch>
            <a:fillRect/>
          </a:stretch>
        </p:blipFill>
        <p:spPr>
          <a:xfrm>
            <a:off x="3246120" y="1234440"/>
            <a:ext cx="1257300" cy="1024128"/>
          </a:xfrm>
          <a:prstGeom prst="rect">
            <a:avLst/>
          </a:prstGeom>
        </p:spPr>
      </p:pic>
      <p:sp>
        <p:nvSpPr>
          <p:cNvPr id="11" name="Text 0"/>
          <p:cNvSpPr txBox="1"/>
          <p:nvPr>
            <p:ph idx="110" type="body" hasCustomPrompt="1"/>
          </p:nvPr>
        </p:nvSpPr>
        <p:spPr>
          <a:xfrm>
            <a:off x="3246120" y="2276856"/>
            <a:ext cx="12573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Short "Drive" Men White</a:t>
            </a:r>
            <a:endParaRPr lang="en-US" sz="1000" dirty="0"/>
          </a:p>
        </p:txBody>
      </p:sp>
      <p:sp>
        <p:nvSpPr>
          <p:cNvPr id="12" name="Text 0"/>
          <p:cNvSpPr txBox="1"/>
          <p:nvPr>
            <p:ph idx="111" type="body" hasCustomPrompt="1"/>
          </p:nvPr>
        </p:nvSpPr>
        <p:spPr>
          <a:xfrm>
            <a:off x="3246120" y="2587752"/>
            <a:ext cx="12573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000" dirty="0"/>
          </a:p>
        </p:txBody>
      </p:sp>
      <p:pic>
        <p:nvPicPr>
          <p:cNvPr id="13" name="Image 3" descr="/var/folders/hm/sgq6d80d0vq133k7n8dc9bnw0000gn/T/maiershirts-jA74OB/foto-kollektionen_spg_zip-hoodie-men-heather-oxford-138x112.jpg">    </p:cNvPr>
          <p:cNvPicPr>
            <a:picLocks noChangeAspect="1"/>
          </p:cNvPicPr>
          <p:nvPr>
            <p:ph idx="112" type="pic" hasCustomPrompt="1"/>
          </p:nvPr>
        </p:nvPicPr>
        <p:blipFill>
          <a:blip r:embed="rId4"/>
          <a:stretch>
            <a:fillRect/>
          </a:stretch>
        </p:blipFill>
        <p:spPr>
          <a:xfrm>
            <a:off x="4640580" y="1234440"/>
            <a:ext cx="1257300" cy="1024128"/>
          </a:xfrm>
          <a:prstGeom prst="rect">
            <a:avLst/>
          </a:prstGeom>
        </p:spPr>
      </p:pic>
      <p:sp>
        <p:nvSpPr>
          <p:cNvPr id="14" name="Text 0"/>
          <p:cNvSpPr txBox="1"/>
          <p:nvPr>
            <p:ph idx="113" type="body" hasCustomPrompt="1"/>
          </p:nvPr>
        </p:nvSpPr>
        <p:spPr>
          <a:xfrm>
            <a:off x="4640580" y="2276856"/>
            <a:ext cx="12573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Zip Hoodie Men Heather Oxford</a:t>
            </a:r>
            <a:endParaRPr lang="en-US" sz="1000" dirty="0"/>
          </a:p>
        </p:txBody>
      </p:sp>
      <p:sp>
        <p:nvSpPr>
          <p:cNvPr id="15" name="Text 0"/>
          <p:cNvSpPr txBox="1"/>
          <p:nvPr>
            <p:ph idx="114" type="body" hasCustomPrompt="1"/>
          </p:nvPr>
        </p:nvSpPr>
        <p:spPr>
          <a:xfrm>
            <a:off x="4640580" y="2587752"/>
            <a:ext cx="12573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000" dirty="0"/>
          </a:p>
        </p:txBody>
      </p:sp>
      <p:pic>
        <p:nvPicPr>
          <p:cNvPr id="16" name="Image 4" descr="/var/folders/hm/sgq6d80d0vq133k7n8dc9bnw0000gn/T/maiershirts-jA74OB/foto-kollektionen_spg_long-pant-staff-men-black-138x112.jpg">    </p:cNvPr>
          <p:cNvPicPr>
            <a:picLocks noChangeAspect="1"/>
          </p:cNvPicPr>
          <p:nvPr>
            <p:ph idx="115" type="pic" hasCustomPrompt="1"/>
          </p:nvPr>
        </p:nvPicPr>
        <p:blipFill>
          <a:blip r:embed="rId5"/>
          <a:stretch>
            <a:fillRect/>
          </a:stretch>
        </p:blipFill>
        <p:spPr>
          <a:xfrm>
            <a:off x="6035040" y="1234440"/>
            <a:ext cx="1257300" cy="1024128"/>
          </a:xfrm>
          <a:prstGeom prst="rect">
            <a:avLst/>
          </a:prstGeom>
        </p:spPr>
      </p:pic>
      <p:sp>
        <p:nvSpPr>
          <p:cNvPr id="17" name="Text 0"/>
          <p:cNvSpPr txBox="1"/>
          <p:nvPr>
            <p:ph idx="116" type="body" hasCustomPrompt="1"/>
          </p:nvPr>
        </p:nvSpPr>
        <p:spPr>
          <a:xfrm>
            <a:off x="6035040" y="2276856"/>
            <a:ext cx="12573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Long Pant "Staff" Men Black</a:t>
            </a:r>
            <a:endParaRPr lang="en-US" sz="1000" dirty="0"/>
          </a:p>
        </p:txBody>
      </p:sp>
      <p:sp>
        <p:nvSpPr>
          <p:cNvPr id="18" name="Text 0"/>
          <p:cNvSpPr txBox="1"/>
          <p:nvPr>
            <p:ph idx="117" type="body" hasCustomPrompt="1"/>
          </p:nvPr>
        </p:nvSpPr>
        <p:spPr>
          <a:xfrm>
            <a:off x="6035040" y="2587752"/>
            <a:ext cx="12573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000" dirty="0"/>
          </a:p>
        </p:txBody>
      </p:sp>
      <p:pic>
        <p:nvPicPr>
          <p:cNvPr id="19" name="Image 5" descr="/var/folders/hm/sgq6d80d0vq133k7n8dc9bnw0000gn/T/maiershirts-jA74OB/foto-kollektionen_spg_sleevless-shirt-diana-women-light-melange-138x112.jpg">    </p:cNvPr>
          <p:cNvPicPr>
            <a:picLocks noChangeAspect="1"/>
          </p:cNvPicPr>
          <p:nvPr>
            <p:ph idx="118" type="pic" hasCustomPrompt="1"/>
          </p:nvPr>
        </p:nvPicPr>
        <p:blipFill>
          <a:blip r:embed="rId6"/>
          <a:stretch>
            <a:fillRect/>
          </a:stretch>
        </p:blipFill>
        <p:spPr>
          <a:xfrm>
            <a:off x="7429500" y="1234440"/>
            <a:ext cx="1257300" cy="1024128"/>
          </a:xfrm>
          <a:prstGeom prst="rect">
            <a:avLst/>
          </a:prstGeom>
        </p:spPr>
      </p:pic>
      <p:sp>
        <p:nvSpPr>
          <p:cNvPr id="20" name="Text 0"/>
          <p:cNvSpPr txBox="1"/>
          <p:nvPr>
            <p:ph idx="119" type="body" hasCustomPrompt="1"/>
          </p:nvPr>
        </p:nvSpPr>
        <p:spPr>
          <a:xfrm>
            <a:off x="7429500" y="2276856"/>
            <a:ext cx="12573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Sleevless Shirt "Diana" Women Light Melange</a:t>
            </a:r>
            <a:endParaRPr lang="en-US" sz="1000" dirty="0"/>
          </a:p>
        </p:txBody>
      </p:sp>
      <p:sp>
        <p:nvSpPr>
          <p:cNvPr id="21" name="Text 0"/>
          <p:cNvSpPr txBox="1"/>
          <p:nvPr>
            <p:ph idx="120" type="body" hasCustomPrompt="1"/>
          </p:nvPr>
        </p:nvSpPr>
        <p:spPr>
          <a:xfrm>
            <a:off x="7429500" y="2587752"/>
            <a:ext cx="12573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000" dirty="0"/>
          </a:p>
        </p:txBody>
      </p:sp>
      <p:pic>
        <p:nvPicPr>
          <p:cNvPr id="22" name="Image 6" descr="/var/folders/hm/sgq6d80d0vq133k7n8dc9bnw0000gn/T/maiershirts-jA74OB/foto-kollektionen_spg_hoodie-women-heather-oxford-138x112.jpg">    </p:cNvPr>
          <p:cNvPicPr>
            <a:picLocks noChangeAspect="1"/>
          </p:cNvPicPr>
          <p:nvPr>
            <p:ph idx="121" type="pic" hasCustomPrompt="1"/>
          </p:nvPr>
        </p:nvPicPr>
        <p:blipFill>
          <a:blip r:embed="rId7"/>
          <a:stretch>
            <a:fillRect/>
          </a:stretch>
        </p:blipFill>
        <p:spPr>
          <a:xfrm>
            <a:off x="457200" y="2807208"/>
            <a:ext cx="1257300" cy="1024128"/>
          </a:xfrm>
          <a:prstGeom prst="rect">
            <a:avLst/>
          </a:prstGeom>
        </p:spPr>
      </p:pic>
      <p:sp>
        <p:nvSpPr>
          <p:cNvPr id="23" name="Text 0"/>
          <p:cNvSpPr txBox="1"/>
          <p:nvPr>
            <p:ph idx="122" type="body" hasCustomPrompt="1"/>
          </p:nvPr>
        </p:nvSpPr>
        <p:spPr>
          <a:xfrm>
            <a:off x="457200" y="3849624"/>
            <a:ext cx="12573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Hoodie Women Heather Oxford</a:t>
            </a:r>
            <a:endParaRPr lang="en-US" sz="1000" dirty="0"/>
          </a:p>
        </p:txBody>
      </p:sp>
      <p:sp>
        <p:nvSpPr>
          <p:cNvPr id="24" name="Text 0"/>
          <p:cNvSpPr txBox="1"/>
          <p:nvPr>
            <p:ph idx="123" type="body" hasCustomPrompt="1"/>
          </p:nvPr>
        </p:nvSpPr>
        <p:spPr>
          <a:xfrm>
            <a:off x="457200" y="4160520"/>
            <a:ext cx="12573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000" dirty="0"/>
          </a:p>
        </p:txBody>
      </p:sp>
      <p:pic>
        <p:nvPicPr>
          <p:cNvPr id="25" name="Image 7" descr="/var/folders/hm/sgq6d80d0vq133k7n8dc9bnw0000gn/T/maiershirts-jA74OB/foto-kollektionen_spg_t-shirt-combi-women-light-melange-138x112.jpg">    </p:cNvPr>
          <p:cNvPicPr>
            <a:picLocks noChangeAspect="1"/>
          </p:cNvPicPr>
          <p:nvPr>
            <p:ph idx="124" type="pic" hasCustomPrompt="1"/>
          </p:nvPr>
        </p:nvPicPr>
        <p:blipFill>
          <a:blip r:embed="rId8"/>
          <a:stretch>
            <a:fillRect/>
          </a:stretch>
        </p:blipFill>
        <p:spPr>
          <a:xfrm>
            <a:off x="1851660" y="2807208"/>
            <a:ext cx="1257300" cy="1024128"/>
          </a:xfrm>
          <a:prstGeom prst="rect">
            <a:avLst/>
          </a:prstGeom>
        </p:spPr>
      </p:pic>
      <p:sp>
        <p:nvSpPr>
          <p:cNvPr id="26" name="Text 0"/>
          <p:cNvSpPr txBox="1"/>
          <p:nvPr>
            <p:ph idx="125" type="body" hasCustomPrompt="1"/>
          </p:nvPr>
        </p:nvSpPr>
        <p:spPr>
          <a:xfrm>
            <a:off x="1851660" y="3849624"/>
            <a:ext cx="12573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T-Shirt "Combi" Women Light Melange</a:t>
            </a:r>
            <a:endParaRPr lang="en-US" sz="1000" dirty="0"/>
          </a:p>
        </p:txBody>
      </p:sp>
      <p:sp>
        <p:nvSpPr>
          <p:cNvPr id="27" name="Text 0"/>
          <p:cNvSpPr txBox="1"/>
          <p:nvPr>
            <p:ph idx="126" type="body" hasCustomPrompt="1"/>
          </p:nvPr>
        </p:nvSpPr>
        <p:spPr>
          <a:xfrm>
            <a:off x="1851660" y="4160520"/>
            <a:ext cx="12573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000" dirty="0"/>
          </a:p>
        </p:txBody>
      </p:sp>
      <p:pic>
        <p:nvPicPr>
          <p:cNvPr id="28" name="Image 8" descr="/var/folders/hm/sgq6d80d0vq133k7n8dc9bnw0000gn/T/maiershirts-jA74OB/foto-kollektionen_spg_rock-torneo-iii-women-white-138x112.jpg">    </p:cNvPr>
          <p:cNvPicPr>
            <a:picLocks noChangeAspect="1"/>
          </p:cNvPicPr>
          <p:nvPr>
            <p:ph idx="127" type="pic" hasCustomPrompt="1"/>
          </p:nvPr>
        </p:nvPicPr>
        <p:blipFill>
          <a:blip r:embed="rId9"/>
          <a:stretch>
            <a:fillRect/>
          </a:stretch>
        </p:blipFill>
        <p:spPr>
          <a:xfrm>
            <a:off x="3246120" y="2807208"/>
            <a:ext cx="1257300" cy="1024128"/>
          </a:xfrm>
          <a:prstGeom prst="rect">
            <a:avLst/>
          </a:prstGeom>
        </p:spPr>
      </p:pic>
      <p:sp>
        <p:nvSpPr>
          <p:cNvPr id="29" name="Text 0"/>
          <p:cNvSpPr txBox="1"/>
          <p:nvPr>
            <p:ph idx="128" type="body" hasCustomPrompt="1"/>
          </p:nvPr>
        </p:nvSpPr>
        <p:spPr>
          <a:xfrm>
            <a:off x="3246120" y="3849624"/>
            <a:ext cx="12573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Rock "Torneo III" Women White</a:t>
            </a:r>
            <a:endParaRPr lang="en-US" sz="1000" dirty="0"/>
          </a:p>
        </p:txBody>
      </p:sp>
      <p:sp>
        <p:nvSpPr>
          <p:cNvPr id="30" name="Text 0"/>
          <p:cNvSpPr txBox="1"/>
          <p:nvPr>
            <p:ph idx="129" type="body" hasCustomPrompt="1"/>
          </p:nvPr>
        </p:nvSpPr>
        <p:spPr>
          <a:xfrm>
            <a:off x="3246120" y="4160520"/>
            <a:ext cx="12573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000" dirty="0"/>
          </a:p>
        </p:txBody>
      </p:sp>
      <p:pic>
        <p:nvPicPr>
          <p:cNvPr id="31" name="Image 9" descr="/var/folders/hm/sgq6d80d0vq133k7n8dc9bnw0000gn/T/maiershirts-jA74OB/foto-kollektionen_spg_zip-hoodie-women-heather-oxford-138x112.jpg">    </p:cNvPr>
          <p:cNvPicPr>
            <a:picLocks noChangeAspect="1"/>
          </p:cNvPicPr>
          <p:nvPr>
            <p:ph idx="130" type="pic" hasCustomPrompt="1"/>
          </p:nvPr>
        </p:nvPicPr>
        <p:blipFill>
          <a:blip r:embed="rId10"/>
          <a:stretch>
            <a:fillRect/>
          </a:stretch>
        </p:blipFill>
        <p:spPr>
          <a:xfrm>
            <a:off x="4640580" y="2807208"/>
            <a:ext cx="1257300" cy="1024128"/>
          </a:xfrm>
          <a:prstGeom prst="rect">
            <a:avLst/>
          </a:prstGeom>
        </p:spPr>
      </p:pic>
      <p:sp>
        <p:nvSpPr>
          <p:cNvPr id="32" name="Text 0"/>
          <p:cNvSpPr txBox="1"/>
          <p:nvPr>
            <p:ph idx="131" type="body" hasCustomPrompt="1"/>
          </p:nvPr>
        </p:nvSpPr>
        <p:spPr>
          <a:xfrm>
            <a:off x="4640580" y="3849624"/>
            <a:ext cx="12573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Zip Hoodie Women Heather Oxford</a:t>
            </a:r>
            <a:endParaRPr lang="en-US" sz="1000" dirty="0"/>
          </a:p>
        </p:txBody>
      </p:sp>
      <p:sp>
        <p:nvSpPr>
          <p:cNvPr id="33" name="Text 0"/>
          <p:cNvSpPr txBox="1"/>
          <p:nvPr>
            <p:ph idx="132" type="body" hasCustomPrompt="1"/>
          </p:nvPr>
        </p:nvSpPr>
        <p:spPr>
          <a:xfrm>
            <a:off x="4640580" y="4160520"/>
            <a:ext cx="12573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000" dirty="0"/>
          </a:p>
        </p:txBody>
      </p:sp>
      <p:pic>
        <p:nvPicPr>
          <p:cNvPr id="34" name="Image 10" descr="/var/folders/hm/sgq6d80d0vq133k7n8dc9bnw0000gn/T/maiershirts-jA74OB/foto-kollektionen_spg_short-hobby-women-white-138x112.jpg">    </p:cNvPr>
          <p:cNvPicPr>
            <a:picLocks noChangeAspect="1"/>
          </p:cNvPicPr>
          <p:nvPr>
            <p:ph idx="133" type="pic" hasCustomPrompt="1"/>
          </p:nvPr>
        </p:nvPicPr>
        <p:blipFill>
          <a:blip r:embed="rId11"/>
          <a:stretch>
            <a:fillRect/>
          </a:stretch>
        </p:blipFill>
        <p:spPr>
          <a:xfrm>
            <a:off x="6035040" y="2807208"/>
            <a:ext cx="1257300" cy="1024128"/>
          </a:xfrm>
          <a:prstGeom prst="rect">
            <a:avLst/>
          </a:prstGeom>
        </p:spPr>
      </p:pic>
      <p:sp>
        <p:nvSpPr>
          <p:cNvPr id="35" name="Text 0"/>
          <p:cNvSpPr txBox="1"/>
          <p:nvPr>
            <p:ph idx="134" type="body" hasCustomPrompt="1"/>
          </p:nvPr>
        </p:nvSpPr>
        <p:spPr>
          <a:xfrm>
            <a:off x="6035040" y="3849624"/>
            <a:ext cx="12573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Short "Hobby" Women White</a:t>
            </a:r>
            <a:endParaRPr lang="en-US" sz="1000" dirty="0"/>
          </a:p>
        </p:txBody>
      </p:sp>
      <p:sp>
        <p:nvSpPr>
          <p:cNvPr id="36" name="Text 0"/>
          <p:cNvSpPr txBox="1"/>
          <p:nvPr>
            <p:ph idx="135" type="body" hasCustomPrompt="1"/>
          </p:nvPr>
        </p:nvSpPr>
        <p:spPr>
          <a:xfrm>
            <a:off x="6035040" y="4160520"/>
            <a:ext cx="12573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000" dirty="0"/>
          </a:p>
        </p:txBody>
      </p:sp>
      <p:pic>
        <p:nvPicPr>
          <p:cNvPr id="37" name="Image 11" descr="/var/folders/hm/sgq6d80d0vq133k7n8dc9bnw0000gn/T/maiershirts-jA74OB/foto-kollektionen_spg_long-pant-staff-women-black-138x112.jpg">    </p:cNvPr>
          <p:cNvPicPr>
            <a:picLocks noChangeAspect="1"/>
          </p:cNvPicPr>
          <p:nvPr>
            <p:ph idx="136" type="pic" hasCustomPrompt="1"/>
          </p:nvPr>
        </p:nvPicPr>
        <p:blipFill>
          <a:blip r:embed="rId12"/>
          <a:stretch>
            <a:fillRect/>
          </a:stretch>
        </p:blipFill>
        <p:spPr>
          <a:xfrm>
            <a:off x="7429500" y="2807208"/>
            <a:ext cx="1257300" cy="1024128"/>
          </a:xfrm>
          <a:prstGeom prst="rect">
            <a:avLst/>
          </a:prstGeom>
        </p:spPr>
      </p:pic>
      <p:sp>
        <p:nvSpPr>
          <p:cNvPr id="38" name="Text 0"/>
          <p:cNvSpPr txBox="1"/>
          <p:nvPr>
            <p:ph idx="137" type="body" hasCustomPrompt="1"/>
          </p:nvPr>
        </p:nvSpPr>
        <p:spPr>
          <a:xfrm>
            <a:off x="7429500" y="3849624"/>
            <a:ext cx="12573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Long Pant "Staff" Women Black</a:t>
            </a:r>
            <a:endParaRPr lang="en-US" sz="1000" dirty="0"/>
          </a:p>
        </p:txBody>
      </p:sp>
      <p:sp>
        <p:nvSpPr>
          <p:cNvPr id="39" name="Text 0"/>
          <p:cNvSpPr txBox="1"/>
          <p:nvPr>
            <p:ph idx="138" type="body" hasCustomPrompt="1"/>
          </p:nvPr>
        </p:nvSpPr>
        <p:spPr>
          <a:xfrm>
            <a:off x="7429500" y="4160520"/>
            <a:ext cx="12573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Vereinskollektion SPG · Jugend</a:t>
            </a:r>
            <a:endParaRPr lang="en-US" sz="2800" dirty="0"/>
          </a:p>
        </p:txBody>
      </p:sp>
      <p:sp>
        <p:nvSpPr>
          <p:cNvPr id="3" name="Text 0"/>
          <p:cNvSpPr txBox="1"/>
          <p:nvPr>
            <p:ph idx="102" type="body" hasCustomPrompt="1"/>
          </p:nvPr>
        </p:nvSpPr>
        <p:spPr>
          <a:xfrm>
            <a:off x="457200" y="91440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Beispiel SPG Ammerbuch/Wurmlingen: eigener Vereinsshop auf maiershirts.de mit Teamfarben und Vereinslogo.</a:t>
            </a:r>
            <a:endParaRPr lang="en-US" sz="1200" dirty="0"/>
          </a:p>
        </p:txBody>
      </p:sp>
      <p:pic>
        <p:nvPicPr>
          <p:cNvPr id="4" name="Image 0" descr="/var/folders/hm/sgq6d80d0vq133k7n8dc9bnw0000gn/T/maiershirts-jA74OB/foto-kollektionen_spg_t-shirt-combi-men-skye-blue-138x112.jpg">    </p:cNvPr>
          <p:cNvPicPr>
            <a:picLocks noChangeAspect="1"/>
          </p:cNvPicPr>
          <p:nvPr>
            <p:ph idx="103" type="pic" hasCustomPrompt="1"/>
          </p:nvPr>
        </p:nvPicPr>
        <p:blipFill>
          <a:blip r:embed="rId1"/>
          <a:stretch>
            <a:fillRect/>
          </a:stretch>
        </p:blipFill>
        <p:spPr>
          <a:xfrm>
            <a:off x="457200" y="1234440"/>
            <a:ext cx="1257300" cy="1024128"/>
          </a:xfrm>
          <a:prstGeom prst="rect">
            <a:avLst/>
          </a:prstGeom>
        </p:spPr>
      </p:pic>
      <p:sp>
        <p:nvSpPr>
          <p:cNvPr id="5" name="Text 0"/>
          <p:cNvSpPr txBox="1"/>
          <p:nvPr>
            <p:ph idx="104" type="body" hasCustomPrompt="1"/>
          </p:nvPr>
        </p:nvSpPr>
        <p:spPr>
          <a:xfrm>
            <a:off x="457200" y="2276856"/>
            <a:ext cx="12573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T-Shirt "Combi" Men Skye Blue</a:t>
            </a:r>
            <a:endParaRPr lang="en-US" sz="1000" dirty="0"/>
          </a:p>
        </p:txBody>
      </p:sp>
      <p:sp>
        <p:nvSpPr>
          <p:cNvPr id="6" name="Text 0"/>
          <p:cNvSpPr txBox="1"/>
          <p:nvPr>
            <p:ph idx="105" type="body" hasCustomPrompt="1"/>
          </p:nvPr>
        </p:nvSpPr>
        <p:spPr>
          <a:xfrm>
            <a:off x="457200" y="2587752"/>
            <a:ext cx="12573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000" dirty="0"/>
          </a:p>
        </p:txBody>
      </p:sp>
      <p:pic>
        <p:nvPicPr>
          <p:cNvPr id="7" name="Image 1" descr="/var/folders/hm/sgq6d80d0vq133k7n8dc9bnw0000gn/T/maiershirts-jA74OB/foto-kollektionen_spg_hoodie-kids-heather-oxford-138x112.jpg">    </p:cNvPr>
          <p:cNvPicPr>
            <a:picLocks noChangeAspect="1"/>
          </p:cNvPicPr>
          <p:nvPr>
            <p:ph idx="106" type="pic" hasCustomPrompt="1"/>
          </p:nvPr>
        </p:nvPicPr>
        <p:blipFill>
          <a:blip r:embed="rId2"/>
          <a:stretch>
            <a:fillRect/>
          </a:stretch>
        </p:blipFill>
        <p:spPr>
          <a:xfrm>
            <a:off x="1851660" y="1234440"/>
            <a:ext cx="1257300" cy="1024128"/>
          </a:xfrm>
          <a:prstGeom prst="rect">
            <a:avLst/>
          </a:prstGeom>
        </p:spPr>
      </p:pic>
      <p:sp>
        <p:nvSpPr>
          <p:cNvPr id="8" name="Text 0"/>
          <p:cNvSpPr txBox="1"/>
          <p:nvPr>
            <p:ph idx="107" type="body" hasCustomPrompt="1"/>
          </p:nvPr>
        </p:nvSpPr>
        <p:spPr>
          <a:xfrm>
            <a:off x="1851660" y="2276856"/>
            <a:ext cx="12573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Hoodie Kids Heather Oxford</a:t>
            </a:r>
            <a:endParaRPr lang="en-US" sz="1000" dirty="0"/>
          </a:p>
        </p:txBody>
      </p:sp>
      <p:sp>
        <p:nvSpPr>
          <p:cNvPr id="9" name="Text 0"/>
          <p:cNvSpPr txBox="1"/>
          <p:nvPr>
            <p:ph idx="108" type="body" hasCustomPrompt="1"/>
          </p:nvPr>
        </p:nvSpPr>
        <p:spPr>
          <a:xfrm>
            <a:off x="1851660" y="2587752"/>
            <a:ext cx="12573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000" dirty="0"/>
          </a:p>
        </p:txBody>
      </p:sp>
      <p:pic>
        <p:nvPicPr>
          <p:cNvPr id="10" name="Image 2" descr="/var/folders/hm/sgq6d80d0vq133k7n8dc9bnw0000gn/T/maiershirts-jA74OB/foto-kollektionen_spg_short-drive-men-navy-138x112.jpg">    </p:cNvPr>
          <p:cNvPicPr>
            <a:picLocks noChangeAspect="1"/>
          </p:cNvPicPr>
          <p:nvPr>
            <p:ph idx="109" type="pic" hasCustomPrompt="1"/>
          </p:nvPr>
        </p:nvPicPr>
        <p:blipFill>
          <a:blip r:embed="rId3"/>
          <a:stretch>
            <a:fillRect/>
          </a:stretch>
        </p:blipFill>
        <p:spPr>
          <a:xfrm>
            <a:off x="3246120" y="1234440"/>
            <a:ext cx="1257300" cy="1024128"/>
          </a:xfrm>
          <a:prstGeom prst="rect">
            <a:avLst/>
          </a:prstGeom>
        </p:spPr>
      </p:pic>
      <p:sp>
        <p:nvSpPr>
          <p:cNvPr id="11" name="Text 0"/>
          <p:cNvSpPr txBox="1"/>
          <p:nvPr>
            <p:ph idx="110" type="body" hasCustomPrompt="1"/>
          </p:nvPr>
        </p:nvSpPr>
        <p:spPr>
          <a:xfrm>
            <a:off x="3246120" y="2276856"/>
            <a:ext cx="12573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Short "Drive" Men Navy</a:t>
            </a:r>
            <a:endParaRPr lang="en-US" sz="1000" dirty="0"/>
          </a:p>
        </p:txBody>
      </p:sp>
      <p:sp>
        <p:nvSpPr>
          <p:cNvPr id="12" name="Text 0"/>
          <p:cNvSpPr txBox="1"/>
          <p:nvPr>
            <p:ph idx="111" type="body" hasCustomPrompt="1"/>
          </p:nvPr>
        </p:nvSpPr>
        <p:spPr>
          <a:xfrm>
            <a:off x="3246120" y="2587752"/>
            <a:ext cx="12573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000" dirty="0"/>
          </a:p>
        </p:txBody>
      </p:sp>
      <p:pic>
        <p:nvPicPr>
          <p:cNvPr id="13" name="Image 3" descr="/var/folders/hm/sgq6d80d0vq133k7n8dc9bnw0000gn/T/maiershirts-jA74OB/foto-kollektionen_spg_t-shirt-combi-women-sky-blue-138x112.jpg">    </p:cNvPr>
          <p:cNvPicPr>
            <a:picLocks noChangeAspect="1"/>
          </p:cNvPicPr>
          <p:nvPr>
            <p:ph idx="112" type="pic" hasCustomPrompt="1"/>
          </p:nvPr>
        </p:nvPicPr>
        <p:blipFill>
          <a:blip r:embed="rId4"/>
          <a:stretch>
            <a:fillRect/>
          </a:stretch>
        </p:blipFill>
        <p:spPr>
          <a:xfrm>
            <a:off x="4640580" y="1234440"/>
            <a:ext cx="1257300" cy="1024128"/>
          </a:xfrm>
          <a:prstGeom prst="rect">
            <a:avLst/>
          </a:prstGeom>
        </p:spPr>
      </p:pic>
      <p:sp>
        <p:nvSpPr>
          <p:cNvPr id="14" name="Text 0"/>
          <p:cNvSpPr txBox="1"/>
          <p:nvPr>
            <p:ph idx="113" type="body" hasCustomPrompt="1"/>
          </p:nvPr>
        </p:nvSpPr>
        <p:spPr>
          <a:xfrm>
            <a:off x="4640580" y="2276856"/>
            <a:ext cx="12573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T-Shirt "Combi" Women Sky Blue</a:t>
            </a:r>
            <a:endParaRPr lang="en-US" sz="1000" dirty="0"/>
          </a:p>
        </p:txBody>
      </p:sp>
      <p:sp>
        <p:nvSpPr>
          <p:cNvPr id="15" name="Text 0"/>
          <p:cNvSpPr txBox="1"/>
          <p:nvPr>
            <p:ph idx="114" type="body" hasCustomPrompt="1"/>
          </p:nvPr>
        </p:nvSpPr>
        <p:spPr>
          <a:xfrm>
            <a:off x="4640580" y="2587752"/>
            <a:ext cx="12573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000" dirty="0"/>
          </a:p>
        </p:txBody>
      </p:sp>
      <p:pic>
        <p:nvPicPr>
          <p:cNvPr id="16" name="Image 4" descr="/var/folders/hm/sgq6d80d0vq133k7n8dc9bnw0000gn/T/maiershirts-jA74OB/foto-kollektionen_spg_rock-open-ii-women-navy-138x112.jpg">    </p:cNvPr>
          <p:cNvPicPr>
            <a:picLocks noChangeAspect="1"/>
          </p:cNvPicPr>
          <p:nvPr>
            <p:ph idx="115" type="pic" hasCustomPrompt="1"/>
          </p:nvPr>
        </p:nvPicPr>
        <p:blipFill>
          <a:blip r:embed="rId5"/>
          <a:stretch>
            <a:fillRect/>
          </a:stretch>
        </p:blipFill>
        <p:spPr>
          <a:xfrm>
            <a:off x="6035040" y="1234440"/>
            <a:ext cx="1257300" cy="1024128"/>
          </a:xfrm>
          <a:prstGeom prst="rect">
            <a:avLst/>
          </a:prstGeom>
        </p:spPr>
      </p:pic>
      <p:sp>
        <p:nvSpPr>
          <p:cNvPr id="17" name="Text 0"/>
          <p:cNvSpPr txBox="1"/>
          <p:nvPr>
            <p:ph idx="116" type="body" hasCustomPrompt="1"/>
          </p:nvPr>
        </p:nvSpPr>
        <p:spPr>
          <a:xfrm>
            <a:off x="6035040" y="2276856"/>
            <a:ext cx="12573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Rock "Open II" Women Navy</a:t>
            </a:r>
            <a:endParaRPr lang="en-US" sz="1000" dirty="0"/>
          </a:p>
        </p:txBody>
      </p:sp>
      <p:sp>
        <p:nvSpPr>
          <p:cNvPr id="18" name="Text 0"/>
          <p:cNvSpPr txBox="1"/>
          <p:nvPr>
            <p:ph idx="117" type="body" hasCustomPrompt="1"/>
          </p:nvPr>
        </p:nvSpPr>
        <p:spPr>
          <a:xfrm>
            <a:off x="6035040" y="2587752"/>
            <a:ext cx="12573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000" dirty="0"/>
          </a:p>
        </p:txBody>
      </p:sp>
      <p:pic>
        <p:nvPicPr>
          <p:cNvPr id="19" name="Image 5" descr="/var/folders/hm/sgq6d80d0vq133k7n8dc9bnw0000gn/T/maiershirts-jA74OB/foto-kollektionen_spg_short-hobby-women-navy-138x112.jpg">    </p:cNvPr>
          <p:cNvPicPr>
            <a:picLocks noChangeAspect="1"/>
          </p:cNvPicPr>
          <p:nvPr>
            <p:ph idx="118" type="pic" hasCustomPrompt="1"/>
          </p:nvPr>
        </p:nvPicPr>
        <p:blipFill>
          <a:blip r:embed="rId6"/>
          <a:stretch>
            <a:fillRect/>
          </a:stretch>
        </p:blipFill>
        <p:spPr>
          <a:xfrm>
            <a:off x="7429500" y="1234440"/>
            <a:ext cx="1257300" cy="1024128"/>
          </a:xfrm>
          <a:prstGeom prst="rect">
            <a:avLst/>
          </a:prstGeom>
        </p:spPr>
      </p:pic>
      <p:sp>
        <p:nvSpPr>
          <p:cNvPr id="20" name="Text 0"/>
          <p:cNvSpPr txBox="1"/>
          <p:nvPr>
            <p:ph idx="119" type="body" hasCustomPrompt="1"/>
          </p:nvPr>
        </p:nvSpPr>
        <p:spPr>
          <a:xfrm>
            <a:off x="7429500" y="2276856"/>
            <a:ext cx="12573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Short "Hobby" Women Navy</a:t>
            </a:r>
            <a:endParaRPr lang="en-US" sz="1000" dirty="0"/>
          </a:p>
        </p:txBody>
      </p:sp>
      <p:sp>
        <p:nvSpPr>
          <p:cNvPr id="21" name="Text 0"/>
          <p:cNvSpPr txBox="1"/>
          <p:nvPr>
            <p:ph idx="120" type="body" hasCustomPrompt="1"/>
          </p:nvPr>
        </p:nvSpPr>
        <p:spPr>
          <a:xfrm>
            <a:off x="7429500" y="2587752"/>
            <a:ext cx="12573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000" dirty="0"/>
          </a:p>
        </p:txBody>
      </p:sp>
      <p:pic>
        <p:nvPicPr>
          <p:cNvPr id="22" name="Image 6" descr="/var/folders/hm/sgq6d80d0vq133k7n8dc9bnw0000gn/T/maiershirts-jA74OB/foto-kollektionen_spg_sleevless-shirt-diana-women-sky-blue-138x112.jpg">    </p:cNvPr>
          <p:cNvPicPr>
            <a:picLocks noChangeAspect="1"/>
          </p:cNvPicPr>
          <p:nvPr>
            <p:ph idx="121" type="pic" hasCustomPrompt="1"/>
          </p:nvPr>
        </p:nvPicPr>
        <p:blipFill>
          <a:blip r:embed="rId7"/>
          <a:stretch>
            <a:fillRect/>
          </a:stretch>
        </p:blipFill>
        <p:spPr>
          <a:xfrm>
            <a:off x="457200" y="2807208"/>
            <a:ext cx="1257300" cy="1024128"/>
          </a:xfrm>
          <a:prstGeom prst="rect">
            <a:avLst/>
          </a:prstGeom>
        </p:spPr>
      </p:pic>
      <p:sp>
        <p:nvSpPr>
          <p:cNvPr id="23" name="Text 0"/>
          <p:cNvSpPr txBox="1"/>
          <p:nvPr>
            <p:ph idx="122" type="body" hasCustomPrompt="1"/>
          </p:nvPr>
        </p:nvSpPr>
        <p:spPr>
          <a:xfrm>
            <a:off x="457200" y="3849624"/>
            <a:ext cx="12573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Sleevless Shirt "Diana" Women Sky Blue</a:t>
            </a:r>
            <a:endParaRPr lang="en-US" sz="1000" dirty="0"/>
          </a:p>
        </p:txBody>
      </p:sp>
      <p:sp>
        <p:nvSpPr>
          <p:cNvPr id="24" name="Text 0"/>
          <p:cNvSpPr txBox="1"/>
          <p:nvPr>
            <p:ph idx="123" type="body" hasCustomPrompt="1"/>
          </p:nvPr>
        </p:nvSpPr>
        <p:spPr>
          <a:xfrm>
            <a:off x="457200" y="4160520"/>
            <a:ext cx="12573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6" name="Text 0"/>
          <p:cNvSpPr/>
          <p:nvPr>
            <p:ph idx="124" hasCustomPrompt="1"/>
          </p:nvPr>
        </p:nvSpPr>
        <p:spPr>
          <a:xfrm>
            <a:off x="1851660" y="2807208"/>
            <a:ext cx="125730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  <p:sp>
        <p:nvSpPr>
          <p:cNvPr id="27" name="Text 0"/>
          <p:cNvSpPr/>
          <p:nvPr>
            <p:ph idx="125" type="body" hasCustomPrompt="1"/>
          </p:nvPr>
        </p:nvSpPr>
        <p:spPr>
          <a:xfrm>
            <a:off x="1851660" y="3849624"/>
            <a:ext cx="12573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8" name="Text 0"/>
          <p:cNvSpPr/>
          <p:nvPr>
            <p:ph idx="126" type="body" hasCustomPrompt="1"/>
          </p:nvPr>
        </p:nvSpPr>
        <p:spPr>
          <a:xfrm>
            <a:off x="1851660" y="4160520"/>
            <a:ext cx="12573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9" name="Text 0"/>
          <p:cNvSpPr/>
          <p:nvPr>
            <p:ph idx="127" hasCustomPrompt="1"/>
          </p:nvPr>
        </p:nvSpPr>
        <p:spPr>
          <a:xfrm>
            <a:off x="3246120" y="2807208"/>
            <a:ext cx="125730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  <p:sp>
        <p:nvSpPr>
          <p:cNvPr id="30" name="Text 0"/>
          <p:cNvSpPr/>
          <p:nvPr>
            <p:ph idx="128" type="body" hasCustomPrompt="1"/>
          </p:nvPr>
        </p:nvSpPr>
        <p:spPr>
          <a:xfrm>
            <a:off x="3246120" y="3849624"/>
            <a:ext cx="12573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31" name="Text 0"/>
          <p:cNvSpPr/>
          <p:nvPr>
            <p:ph idx="129" type="body" hasCustomPrompt="1"/>
          </p:nvPr>
        </p:nvSpPr>
        <p:spPr>
          <a:xfrm>
            <a:off x="3246120" y="4160520"/>
            <a:ext cx="12573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32" name="Text 0"/>
          <p:cNvSpPr/>
          <p:nvPr>
            <p:ph idx="130" hasCustomPrompt="1"/>
          </p:nvPr>
        </p:nvSpPr>
        <p:spPr>
          <a:xfrm>
            <a:off x="4640580" y="2807208"/>
            <a:ext cx="125730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  <p:sp>
        <p:nvSpPr>
          <p:cNvPr id="33" name="Text 0"/>
          <p:cNvSpPr/>
          <p:nvPr>
            <p:ph idx="131" type="body" hasCustomPrompt="1"/>
          </p:nvPr>
        </p:nvSpPr>
        <p:spPr>
          <a:xfrm>
            <a:off x="4640580" y="3849624"/>
            <a:ext cx="12573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34" name="Text 0"/>
          <p:cNvSpPr/>
          <p:nvPr>
            <p:ph idx="132" type="body" hasCustomPrompt="1"/>
          </p:nvPr>
        </p:nvSpPr>
        <p:spPr>
          <a:xfrm>
            <a:off x="4640580" y="4160520"/>
            <a:ext cx="12573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35" name="Text 0"/>
          <p:cNvSpPr/>
          <p:nvPr>
            <p:ph idx="133" hasCustomPrompt="1"/>
          </p:nvPr>
        </p:nvSpPr>
        <p:spPr>
          <a:xfrm>
            <a:off x="6035040" y="2807208"/>
            <a:ext cx="125730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  <p:sp>
        <p:nvSpPr>
          <p:cNvPr id="36" name="Text 0"/>
          <p:cNvSpPr/>
          <p:nvPr>
            <p:ph idx="134" type="body" hasCustomPrompt="1"/>
          </p:nvPr>
        </p:nvSpPr>
        <p:spPr>
          <a:xfrm>
            <a:off x="6035040" y="3849624"/>
            <a:ext cx="12573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37" name="Text 0"/>
          <p:cNvSpPr/>
          <p:nvPr>
            <p:ph idx="135" type="body" hasCustomPrompt="1"/>
          </p:nvPr>
        </p:nvSpPr>
        <p:spPr>
          <a:xfrm>
            <a:off x="6035040" y="4160520"/>
            <a:ext cx="12573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38" name="Text 0"/>
          <p:cNvSpPr/>
          <p:nvPr>
            <p:ph idx="136" hasCustomPrompt="1"/>
          </p:nvPr>
        </p:nvSpPr>
        <p:spPr>
          <a:xfrm>
            <a:off x="7429500" y="2807208"/>
            <a:ext cx="125730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  <p:sp>
        <p:nvSpPr>
          <p:cNvPr id="39" name="Text 0"/>
          <p:cNvSpPr/>
          <p:nvPr>
            <p:ph idx="137" type="body" hasCustomPrompt="1"/>
          </p:nvPr>
        </p:nvSpPr>
        <p:spPr>
          <a:xfrm>
            <a:off x="7429500" y="3849624"/>
            <a:ext cx="12573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40" name="Text 0"/>
          <p:cNvSpPr/>
          <p:nvPr>
            <p:ph idx="138" type="body" hasCustomPrompt="1"/>
          </p:nvPr>
        </p:nvSpPr>
        <p:spPr>
          <a:xfrm>
            <a:off x="7429500" y="4160520"/>
            <a:ext cx="12573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Projekte für Vereine</a:t>
            </a:r>
            <a:endParaRPr lang="en-US" sz="2800" dirty="0"/>
          </a:p>
        </p:txBody>
      </p:sp>
      <p:sp>
        <p:nvSpPr>
          <p:cNvPr id="3" name="Text 0"/>
          <p:cNvSpPr txBox="1"/>
          <p:nvPr>
            <p:ph idx="102" type="body" hasCustomPrompt="1"/>
          </p:nvPr>
        </p:nvSpPr>
        <p:spPr>
          <a:xfrm>
            <a:off x="457200" y="91440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Vom Jubiläums-Shirt bis zum Trainingslager: vier Beispiele aus der Werkstatt.</a:t>
            </a:r>
            <a:endParaRPr lang="en-US" sz="1200" dirty="0"/>
          </a:p>
        </p:txBody>
      </p:sp>
      <p:pic>
        <p:nvPicPr>
          <p:cNvPr id="4" name="Image 0" descr="/var/folders/hm/sgq6d80d0vq133k7n8dc9bnw0000gn/T/maiershirts-jA74OB/foto-projekt-1-440x350.jpg">    </p:cNvPr>
          <p:cNvPicPr>
            <a:picLocks noChangeAspect="1"/>
          </p:cNvPicPr>
          <p:nvPr>
            <p:ph idx="103" type="pic" hasCustomPrompt="1"/>
          </p:nvPr>
        </p:nvPicPr>
        <p:blipFill>
          <a:blip r:embed="rId1"/>
          <a:stretch>
            <a:fillRect/>
          </a:stretch>
        </p:blipFill>
        <p:spPr>
          <a:xfrm>
            <a:off x="457200" y="1234440"/>
            <a:ext cx="4023360" cy="3200400"/>
          </a:xfrm>
          <a:prstGeom prst="rect">
            <a:avLst/>
          </a:prstGeom>
        </p:spPr>
      </p:pic>
      <p:sp>
        <p:nvSpPr>
          <p:cNvPr id="5" name="Text 0"/>
          <p:cNvSpPr txBox="1"/>
          <p:nvPr>
            <p:ph idx="104" type="body" hasCustomPrompt="1"/>
          </p:nvPr>
        </p:nvSpPr>
        <p:spPr>
          <a:xfrm>
            <a:off x="594360" y="3867912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Sportfreunde Dußlingen</a:t>
            </a:r>
            <a:endParaRPr lang="en-US" sz="1600" dirty="0"/>
          </a:p>
        </p:txBody>
      </p:sp>
      <p:sp>
        <p:nvSpPr>
          <p:cNvPr id="6" name="Text 0"/>
          <p:cNvSpPr txBox="1"/>
          <p:nvPr>
            <p:ph idx="105" type="body" hasCustomPrompt="1"/>
          </p:nvPr>
        </p:nvSpPr>
        <p:spPr>
          <a:xfrm>
            <a:off x="594360" y="4142232"/>
            <a:ext cx="3749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Crew-Shirts zum 125-jährigen Jubiläum</a:t>
            </a:r>
            <a:endParaRPr lang="en-US" sz="1000" dirty="0"/>
          </a:p>
        </p:txBody>
      </p:sp>
      <p:pic>
        <p:nvPicPr>
          <p:cNvPr id="7" name="Image 1" descr="/var/folders/hm/sgq6d80d0vq133k7n8dc9bnw0000gn/T/maiershirts-jA74OB/foto-projekt-4-215x165.jpg">    </p:cNvPr>
          <p:cNvPicPr>
            <a:picLocks noChangeAspect="1"/>
          </p:cNvPicPr>
          <p:nvPr>
            <p:ph idx="106" type="pic" hasCustomPrompt="1"/>
          </p:nvPr>
        </p:nvPicPr>
        <p:blipFill>
          <a:blip r:embed="rId2"/>
          <a:stretch>
            <a:fillRect/>
          </a:stretch>
        </p:blipFill>
        <p:spPr>
          <a:xfrm>
            <a:off x="4663440" y="1234440"/>
            <a:ext cx="1965960" cy="1508760"/>
          </a:xfrm>
          <a:prstGeom prst="rect">
            <a:avLst/>
          </a:prstGeom>
        </p:spPr>
      </p:pic>
      <p:sp>
        <p:nvSpPr>
          <p:cNvPr id="8" name="Text 0"/>
          <p:cNvSpPr txBox="1"/>
          <p:nvPr>
            <p:ph idx="107" type="body" hasCustomPrompt="1"/>
          </p:nvPr>
        </p:nvSpPr>
        <p:spPr>
          <a:xfrm>
            <a:off x="4800600" y="2267712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TV Mühlacker</a:t>
            </a:r>
            <a:endParaRPr lang="en-US" sz="1300" dirty="0"/>
          </a:p>
        </p:txBody>
      </p:sp>
      <p:sp>
        <p:nvSpPr>
          <p:cNvPr id="9" name="Text 0"/>
          <p:cNvSpPr txBox="1"/>
          <p:nvPr>
            <p:ph idx="108" type="body" hasCustomPrompt="1"/>
          </p:nvPr>
        </p:nvSpPr>
        <p:spPr>
          <a:xfrm>
            <a:off x="4800600" y="2505456"/>
            <a:ext cx="1691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Trainingslager-Shirts</a:t>
            </a:r>
            <a:endParaRPr lang="en-US" sz="1000" dirty="0"/>
          </a:p>
        </p:txBody>
      </p:sp>
      <p:pic>
        <p:nvPicPr>
          <p:cNvPr id="10" name="Image 2" descr="/var/folders/hm/sgq6d80d0vq133k7n8dc9bnw0000gn/T/maiershirts-jA74OB/foto-projekt-3-205x165.jpg">    </p:cNvPr>
          <p:cNvPicPr>
            <a:picLocks noChangeAspect="1"/>
          </p:cNvPicPr>
          <p:nvPr>
            <p:ph idx="109" type="pic" hasCustomPrompt="1"/>
          </p:nvPr>
        </p:nvPicPr>
        <p:blipFill>
          <a:blip r:embed="rId3"/>
          <a:stretch>
            <a:fillRect/>
          </a:stretch>
        </p:blipFill>
        <p:spPr>
          <a:xfrm>
            <a:off x="6812280" y="1234440"/>
            <a:ext cx="1874520" cy="1508760"/>
          </a:xfrm>
          <a:prstGeom prst="rect">
            <a:avLst/>
          </a:prstGeom>
        </p:spPr>
      </p:pic>
      <p:sp>
        <p:nvSpPr>
          <p:cNvPr id="11" name="Text 0"/>
          <p:cNvSpPr txBox="1"/>
          <p:nvPr>
            <p:ph idx="110" type="body" hasCustomPrompt="1"/>
          </p:nvPr>
        </p:nvSpPr>
        <p:spPr>
          <a:xfrm>
            <a:off x="6949440" y="2267712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Biwakschachtel</a:t>
            </a:r>
            <a:endParaRPr lang="en-US" sz="1300" dirty="0"/>
          </a:p>
        </p:txBody>
      </p:sp>
      <p:sp>
        <p:nvSpPr>
          <p:cNvPr id="12" name="Text 0"/>
          <p:cNvSpPr txBox="1"/>
          <p:nvPr>
            <p:ph idx="111" type="body" hasCustomPrompt="1"/>
          </p:nvPr>
        </p:nvSpPr>
        <p:spPr>
          <a:xfrm>
            <a:off x="6949440" y="2505456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Kepi Climbing Team</a:t>
            </a:r>
            <a:endParaRPr lang="en-US" sz="1000" dirty="0"/>
          </a:p>
        </p:txBody>
      </p:sp>
      <p:pic>
        <p:nvPicPr>
          <p:cNvPr id="13" name="Image 3" descr="/var/folders/hm/sgq6d80d0vq133k7n8dc9bnw0000gn/T/maiershirts-jA74OB/foto-projekt-7-440x165.jpg">    </p:cNvPr>
          <p:cNvPicPr>
            <a:picLocks noChangeAspect="1"/>
          </p:cNvPicPr>
          <p:nvPr>
            <p:ph idx="112" type="pic" hasCustomPrompt="1"/>
          </p:nvPr>
        </p:nvPicPr>
        <p:blipFill>
          <a:blip r:embed="rId4"/>
          <a:stretch>
            <a:fillRect/>
          </a:stretch>
        </p:blipFill>
        <p:spPr>
          <a:xfrm>
            <a:off x="4663440" y="2926080"/>
            <a:ext cx="4023360" cy="1508760"/>
          </a:xfrm>
          <a:prstGeom prst="rect">
            <a:avLst/>
          </a:prstGeom>
        </p:spPr>
      </p:pic>
      <p:sp>
        <p:nvSpPr>
          <p:cNvPr id="14" name="Text 0"/>
          <p:cNvSpPr txBox="1"/>
          <p:nvPr>
            <p:ph idx="113" type="body" hasCustomPrompt="1"/>
          </p:nvPr>
        </p:nvSpPr>
        <p:spPr>
          <a:xfrm>
            <a:off x="4800600" y="3959352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Los Ämmerles</a:t>
            </a:r>
            <a:endParaRPr lang="en-US" sz="1300" dirty="0"/>
          </a:p>
        </p:txBody>
      </p:sp>
      <p:sp>
        <p:nvSpPr>
          <p:cNvPr id="15" name="Text 0"/>
          <p:cNvSpPr txBox="1"/>
          <p:nvPr>
            <p:ph idx="114" type="body" hasCustomPrompt="1"/>
          </p:nvPr>
        </p:nvSpPr>
        <p:spPr>
          <a:xfrm>
            <a:off x="4800600" y="4197096"/>
            <a:ext cx="3749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Schürzen mit Vollfarbmotiv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Vereine, die auf uns setzen</a:t>
            </a:r>
            <a:endParaRPr lang="en-US" sz="2800" dirty="0"/>
          </a:p>
        </p:txBody>
      </p:sp>
      <p:sp>
        <p:nvSpPr>
          <p:cNvPr id="3" name="Text 0"/>
          <p:cNvSpPr txBox="1"/>
          <p:nvPr>
            <p:ph idx="102" type="body" hasCustomPrompt="1"/>
          </p:nvPr>
        </p:nvSpPr>
        <p:spPr>
          <a:xfrm>
            <a:off x="457200" y="91440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Eine Auswahl. Vereine aus der ganzen Region lassen bei uns ausstatten.</a:t>
            </a:r>
            <a:endParaRPr lang="en-US" sz="1200" dirty="0"/>
          </a:p>
        </p:txBody>
      </p:sp>
      <p:pic>
        <p:nvPicPr>
          <p:cNvPr id="4" name="Image 0" descr="/var/folders/hm/sgq6d80d0vq133k7n8dc9bnw0000gn/T/maiershirts-jA74OB/ref-vereine-0-0.png">    </p:cNvPr>
          <p:cNvPicPr>
            <a:picLocks noChangeAspect="1"/>
          </p:cNvPicPr>
          <p:nvPr>
            <p:ph idx="103" type="pic" hasCustomPrompt="1"/>
          </p:nvPr>
        </p:nvPicPr>
        <p:blipFill>
          <a:blip r:embed="rId1"/>
          <a:stretch>
            <a:fillRect/>
          </a:stretch>
        </p:blipFill>
        <p:spPr>
          <a:xfrm>
            <a:off x="599713" y="1344168"/>
            <a:ext cx="1635215" cy="950976"/>
          </a:xfrm>
          <a:prstGeom prst="rect">
            <a:avLst/>
          </a:prstGeom>
        </p:spPr>
      </p:pic>
      <p:sp>
        <p:nvSpPr>
          <p:cNvPr id="5" name="Text 0"/>
          <p:cNvSpPr txBox="1"/>
          <p:nvPr>
            <p:ph idx="104" type="body" hasCustomPrompt="1"/>
          </p:nvPr>
        </p:nvSpPr>
        <p:spPr>
          <a:xfrm>
            <a:off x="530352" y="2414016"/>
            <a:ext cx="1773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DAV Sektion Tübingen</a:t>
            </a:r>
            <a:endParaRPr lang="en-US" sz="1100" dirty="0"/>
          </a:p>
        </p:txBody>
      </p:sp>
      <p:pic>
        <p:nvPicPr>
          <p:cNvPr id="6" name="Image 1" descr="/var/folders/hm/sgq6d80d0vq133k7n8dc9bnw0000gn/T/maiershirts-jA74OB/ref-vereine-0-1.png">    </p:cNvPr>
          <p:cNvPicPr>
            <a:picLocks noChangeAspect="1"/>
          </p:cNvPicPr>
          <p:nvPr>
            <p:ph idx="105" type="pic" hasCustomPrompt="1"/>
          </p:nvPr>
        </p:nvPicPr>
        <p:blipFill>
          <a:blip r:embed="rId2"/>
          <a:stretch>
            <a:fillRect/>
          </a:stretch>
        </p:blipFill>
        <p:spPr>
          <a:xfrm>
            <a:off x="2670048" y="1391052"/>
            <a:ext cx="1700784" cy="857208"/>
          </a:xfrm>
          <a:prstGeom prst="rect">
            <a:avLst/>
          </a:prstGeom>
        </p:spPr>
      </p:pic>
      <p:sp>
        <p:nvSpPr>
          <p:cNvPr id="7" name="Text 0"/>
          <p:cNvSpPr txBox="1"/>
          <p:nvPr>
            <p:ph idx="106" type="body" hasCustomPrompt="1"/>
          </p:nvPr>
        </p:nvSpPr>
        <p:spPr>
          <a:xfrm>
            <a:off x="2633472" y="2414016"/>
            <a:ext cx="1773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Tennisclub Ammerbuch</a:t>
            </a:r>
            <a:endParaRPr lang="en-US" sz="1100" dirty="0"/>
          </a:p>
        </p:txBody>
      </p:sp>
      <p:pic>
        <p:nvPicPr>
          <p:cNvPr id="8" name="Image 2" descr="/var/folders/hm/sgq6d80d0vq133k7n8dc9bnw0000gn/T/maiershirts-jA74OB/ref-vereine-0-2.png">    </p:cNvPr>
          <p:cNvPicPr>
            <a:picLocks noChangeAspect="1"/>
          </p:cNvPicPr>
          <p:nvPr>
            <p:ph idx="107" type="pic" hasCustomPrompt="1"/>
          </p:nvPr>
        </p:nvPicPr>
        <p:blipFill>
          <a:blip r:embed="rId3"/>
          <a:stretch>
            <a:fillRect/>
          </a:stretch>
        </p:blipFill>
        <p:spPr>
          <a:xfrm>
            <a:off x="5261000" y="1344168"/>
            <a:ext cx="725119" cy="950976"/>
          </a:xfrm>
          <a:prstGeom prst="rect">
            <a:avLst/>
          </a:prstGeom>
        </p:spPr>
      </p:pic>
      <p:sp>
        <p:nvSpPr>
          <p:cNvPr id="9" name="Text 0"/>
          <p:cNvSpPr txBox="1"/>
          <p:nvPr>
            <p:ph idx="108" type="body" hasCustomPrompt="1"/>
          </p:nvPr>
        </p:nvSpPr>
        <p:spPr>
          <a:xfrm>
            <a:off x="4736592" y="2414016"/>
            <a:ext cx="1773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TGV Entringen</a:t>
            </a:r>
            <a:endParaRPr lang="en-US" sz="1100" dirty="0"/>
          </a:p>
        </p:txBody>
      </p:sp>
      <p:pic>
        <p:nvPicPr>
          <p:cNvPr id="10" name="Image 3" descr="/var/folders/hm/sgq6d80d0vq133k7n8dc9bnw0000gn/T/maiershirts-jA74OB/ref-vereine-0-3.png">    </p:cNvPr>
          <p:cNvPicPr>
            <a:picLocks noChangeAspect="1"/>
          </p:cNvPicPr>
          <p:nvPr>
            <p:ph idx="109" type="pic" hasCustomPrompt="1"/>
          </p:nvPr>
        </p:nvPicPr>
        <p:blipFill>
          <a:blip r:embed="rId4"/>
          <a:stretch>
            <a:fillRect/>
          </a:stretch>
        </p:blipFill>
        <p:spPr>
          <a:xfrm>
            <a:off x="7251192" y="1344168"/>
            <a:ext cx="950976" cy="950976"/>
          </a:xfrm>
          <a:prstGeom prst="rect">
            <a:avLst/>
          </a:prstGeom>
        </p:spPr>
      </p:pic>
      <p:sp>
        <p:nvSpPr>
          <p:cNvPr id="11" name="Text 0"/>
          <p:cNvSpPr txBox="1"/>
          <p:nvPr>
            <p:ph idx="110" type="body" hasCustomPrompt="1"/>
          </p:nvPr>
        </p:nvSpPr>
        <p:spPr>
          <a:xfrm>
            <a:off x="6839712" y="2414016"/>
            <a:ext cx="1773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Hooriger Hund Sulzbach</a:t>
            </a:r>
            <a:endParaRPr lang="en-US" sz="1100" dirty="0"/>
          </a:p>
        </p:txBody>
      </p:sp>
      <p:pic>
        <p:nvPicPr>
          <p:cNvPr id="12" name="Image 4" descr="/var/folders/hm/sgq6d80d0vq133k7n8dc9bnw0000gn/T/maiershirts-jA74OB/ref-vereine-0-4.png">    </p:cNvPr>
          <p:cNvPicPr>
            <a:picLocks noChangeAspect="1"/>
          </p:cNvPicPr>
          <p:nvPr>
            <p:ph idx="111" type="pic" hasCustomPrompt="1"/>
          </p:nvPr>
        </p:nvPicPr>
        <p:blipFill>
          <a:blip r:embed="rId5"/>
          <a:stretch>
            <a:fillRect/>
          </a:stretch>
        </p:blipFill>
        <p:spPr>
          <a:xfrm>
            <a:off x="927202" y="2944368"/>
            <a:ext cx="980237" cy="950976"/>
          </a:xfrm>
          <a:prstGeom prst="rect">
            <a:avLst/>
          </a:prstGeom>
        </p:spPr>
      </p:pic>
      <p:sp>
        <p:nvSpPr>
          <p:cNvPr id="13" name="Text 0"/>
          <p:cNvSpPr txBox="1"/>
          <p:nvPr>
            <p:ph idx="112" type="body" hasCustomPrompt="1"/>
          </p:nvPr>
        </p:nvSpPr>
        <p:spPr>
          <a:xfrm>
            <a:off x="530352" y="4014216"/>
            <a:ext cx="1773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Sportfreunde Dußlingen</a:t>
            </a:r>
            <a:endParaRPr lang="en-US" sz="1100" dirty="0"/>
          </a:p>
        </p:txBody>
      </p:sp>
      <p:pic>
        <p:nvPicPr>
          <p:cNvPr id="14" name="Image 5" descr="/var/folders/hm/sgq6d80d0vq133k7n8dc9bnw0000gn/T/maiershirts-jA74OB/ref-vereine-0-5.png">    </p:cNvPr>
          <p:cNvPicPr>
            <a:picLocks noChangeAspect="1"/>
          </p:cNvPicPr>
          <p:nvPr>
            <p:ph idx="113" type="pic" hasCustomPrompt="1"/>
          </p:nvPr>
        </p:nvPicPr>
        <p:blipFill>
          <a:blip r:embed="rId6"/>
          <a:stretch>
            <a:fillRect/>
          </a:stretch>
        </p:blipFill>
        <p:spPr>
          <a:xfrm>
            <a:off x="3044952" y="2944368"/>
            <a:ext cx="950976" cy="950976"/>
          </a:xfrm>
          <a:prstGeom prst="rect">
            <a:avLst/>
          </a:prstGeom>
        </p:spPr>
      </p:pic>
      <p:sp>
        <p:nvSpPr>
          <p:cNvPr id="15" name="Text 0"/>
          <p:cNvSpPr txBox="1"/>
          <p:nvPr>
            <p:ph idx="114" type="body" hasCustomPrompt="1"/>
          </p:nvPr>
        </p:nvSpPr>
        <p:spPr>
          <a:xfrm>
            <a:off x="2633472" y="4014216"/>
            <a:ext cx="1773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SV Germania Bietigheim</a:t>
            </a:r>
            <a:endParaRPr lang="en-US" sz="1100" dirty="0"/>
          </a:p>
        </p:txBody>
      </p:sp>
      <p:pic>
        <p:nvPicPr>
          <p:cNvPr id="16" name="Image 6" descr="/var/folders/hm/sgq6d80d0vq133k7n8dc9bnw0000gn/T/maiershirts-jA74OB/ref-vereine-0-6.png">    </p:cNvPr>
          <p:cNvPicPr>
            <a:picLocks noChangeAspect="1"/>
          </p:cNvPicPr>
          <p:nvPr>
            <p:ph idx="115" type="pic" hasCustomPrompt="1"/>
          </p:nvPr>
        </p:nvPicPr>
        <p:blipFill>
          <a:blip r:embed="rId7"/>
          <a:stretch>
            <a:fillRect/>
          </a:stretch>
        </p:blipFill>
        <p:spPr>
          <a:xfrm>
            <a:off x="5146014" y="2944368"/>
            <a:ext cx="955093" cy="950976"/>
          </a:xfrm>
          <a:prstGeom prst="rect">
            <a:avLst/>
          </a:prstGeom>
        </p:spPr>
      </p:pic>
      <p:sp>
        <p:nvSpPr>
          <p:cNvPr id="17" name="Text 0"/>
          <p:cNvSpPr txBox="1"/>
          <p:nvPr>
            <p:ph idx="116" type="body" hasCustomPrompt="1"/>
          </p:nvPr>
        </p:nvSpPr>
        <p:spPr>
          <a:xfrm>
            <a:off x="4736592" y="4014216"/>
            <a:ext cx="1773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TV Mühlacker</a:t>
            </a:r>
            <a:endParaRPr lang="en-US" sz="1100" dirty="0"/>
          </a:p>
        </p:txBody>
      </p:sp>
      <p:pic>
        <p:nvPicPr>
          <p:cNvPr id="18" name="Image 7" descr="/var/folders/hm/sgq6d80d0vq133k7n8dc9bnw0000gn/T/maiershirts-jA74OB/ref-vereine-0-7.png">    </p:cNvPr>
          <p:cNvPicPr>
            <a:picLocks noChangeAspect="1"/>
          </p:cNvPicPr>
          <p:nvPr>
            <p:ph idx="117" type="pic" hasCustomPrompt="1"/>
          </p:nvPr>
        </p:nvPicPr>
        <p:blipFill>
          <a:blip r:embed="rId8"/>
          <a:stretch>
            <a:fillRect/>
          </a:stretch>
        </p:blipFill>
        <p:spPr>
          <a:xfrm>
            <a:off x="6876288" y="3025999"/>
            <a:ext cx="1700784" cy="787714"/>
          </a:xfrm>
          <a:prstGeom prst="rect">
            <a:avLst/>
          </a:prstGeom>
        </p:spPr>
      </p:pic>
      <p:sp>
        <p:nvSpPr>
          <p:cNvPr id="19" name="Text 0"/>
          <p:cNvSpPr txBox="1"/>
          <p:nvPr>
            <p:ph idx="118" type="body" hasCustomPrompt="1"/>
          </p:nvPr>
        </p:nvSpPr>
        <p:spPr>
          <a:xfrm>
            <a:off x="6839712" y="4014216"/>
            <a:ext cx="1773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Tennisclub Wurmlingen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body" hasCustomPrompt="1"/>
          </p:nvPr>
        </p:nvSpPr>
        <p:spPr>
          <a:xfrm>
            <a:off x="548640" y="1371600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819E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</a:t>
            </a:r>
            <a:endParaRPr lang="en-US" sz="5400" dirty="0"/>
          </a:p>
        </p:txBody>
      </p:sp>
      <p:sp>
        <p:nvSpPr>
          <p:cNvPr id="3" name="Text 0"/>
          <p:cNvSpPr txBox="1"/>
          <p:nvPr>
            <p:ph idx="102" type="title" hasCustomPrompt="1"/>
          </p:nvPr>
        </p:nvSpPr>
        <p:spPr>
          <a:xfrm>
            <a:off x="548640" y="2286000"/>
            <a:ext cx="6583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Für Unternehmen</a:t>
            </a:r>
            <a:endParaRPr lang="en-US" sz="3600" dirty="0"/>
          </a:p>
        </p:txBody>
      </p:sp>
      <p:sp>
        <p:nvSpPr>
          <p:cNvPr id="4" name="Text 0"/>
          <p:cNvSpPr txBox="1"/>
          <p:nvPr>
            <p:ph idx="103" type="body" hasCustomPrompt="1"/>
          </p:nvPr>
        </p:nvSpPr>
        <p:spPr>
          <a:xfrm>
            <a:off x="548640" y="3154680"/>
            <a:ext cx="6583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Workwear, Teamkleidung und Werbetextilien mit Ihrem Logo. Waschbeständig, nachbestellbar, aus einer Hand.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Projekte für Unternehmen</a:t>
            </a:r>
            <a:endParaRPr lang="en-US" sz="2800" dirty="0"/>
          </a:p>
        </p:txBody>
      </p:sp>
      <p:sp>
        <p:nvSpPr>
          <p:cNvPr id="3" name="Text 0"/>
          <p:cNvSpPr txBox="1"/>
          <p:nvPr>
            <p:ph idx="102" type="body" hasCustomPrompt="1"/>
          </p:nvPr>
        </p:nvSpPr>
        <p:spPr>
          <a:xfrm>
            <a:off x="457200" y="91440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Workwear und Teamkleidung: Beispiele aus der Werkstatt.</a:t>
            </a:r>
            <a:endParaRPr lang="en-US" sz="1200" dirty="0"/>
          </a:p>
        </p:txBody>
      </p:sp>
      <p:pic>
        <p:nvPicPr>
          <p:cNvPr id="4" name="Image 0" descr="/var/folders/hm/sgq6d80d0vq133k7n8dc9bnw0000gn/T/maiershirts-jA74OB/foto-projekt-2-440x350.jpg">    </p:cNvPr>
          <p:cNvPicPr>
            <a:picLocks noChangeAspect="1"/>
          </p:cNvPicPr>
          <p:nvPr>
            <p:ph idx="103" type="pic" hasCustomPrompt="1"/>
          </p:nvPr>
        </p:nvPicPr>
        <p:blipFill>
          <a:blip r:embed="rId1"/>
          <a:stretch>
            <a:fillRect/>
          </a:stretch>
        </p:blipFill>
        <p:spPr>
          <a:xfrm>
            <a:off x="457200" y="1234440"/>
            <a:ext cx="4023360" cy="3200400"/>
          </a:xfrm>
          <a:prstGeom prst="rect">
            <a:avLst/>
          </a:prstGeom>
        </p:spPr>
      </p:pic>
      <p:sp>
        <p:nvSpPr>
          <p:cNvPr id="5" name="Text 0"/>
          <p:cNvSpPr txBox="1"/>
          <p:nvPr>
            <p:ph idx="104" type="body" hasCustomPrompt="1"/>
          </p:nvPr>
        </p:nvSpPr>
        <p:spPr>
          <a:xfrm>
            <a:off x="594360" y="3867912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ROX Herrenberg</a:t>
            </a:r>
            <a:endParaRPr lang="en-US" sz="1600" dirty="0"/>
          </a:p>
        </p:txBody>
      </p:sp>
      <p:sp>
        <p:nvSpPr>
          <p:cNvPr id="6" name="Text 0"/>
          <p:cNvSpPr txBox="1"/>
          <p:nvPr>
            <p:ph idx="105" type="body" hasCustomPrompt="1"/>
          </p:nvPr>
        </p:nvSpPr>
        <p:spPr>
          <a:xfrm>
            <a:off x="594360" y="4142232"/>
            <a:ext cx="3749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Kletterer-Motiv im Vollfarbdruck</a:t>
            </a:r>
            <a:endParaRPr lang="en-US" sz="1000" dirty="0"/>
          </a:p>
        </p:txBody>
      </p:sp>
      <p:pic>
        <p:nvPicPr>
          <p:cNvPr id="7" name="Image 1" descr="/var/folders/hm/sgq6d80d0vq133k7n8dc9bnw0000gn/T/maiershirts-jA74OB/foto-projekt-6-215x165.jpg">    </p:cNvPr>
          <p:cNvPicPr>
            <a:picLocks noChangeAspect="1"/>
          </p:cNvPicPr>
          <p:nvPr>
            <p:ph idx="106" type="pic" hasCustomPrompt="1"/>
          </p:nvPr>
        </p:nvPicPr>
        <p:blipFill>
          <a:blip r:embed="rId2"/>
          <a:stretch>
            <a:fillRect/>
          </a:stretch>
        </p:blipFill>
        <p:spPr>
          <a:xfrm>
            <a:off x="4663440" y="1234440"/>
            <a:ext cx="1965960" cy="1508760"/>
          </a:xfrm>
          <a:prstGeom prst="rect">
            <a:avLst/>
          </a:prstGeom>
        </p:spPr>
      </p:pic>
      <p:sp>
        <p:nvSpPr>
          <p:cNvPr id="8" name="Text 0"/>
          <p:cNvSpPr txBox="1"/>
          <p:nvPr>
            <p:ph idx="107" type="body" hasCustomPrompt="1"/>
          </p:nvPr>
        </p:nvSpPr>
        <p:spPr>
          <a:xfrm>
            <a:off x="4800600" y="2267712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Broghammer</a:t>
            </a:r>
            <a:endParaRPr lang="en-US" sz="1300" dirty="0"/>
          </a:p>
        </p:txBody>
      </p:sp>
      <p:sp>
        <p:nvSpPr>
          <p:cNvPr id="9" name="Text 0"/>
          <p:cNvSpPr txBox="1"/>
          <p:nvPr>
            <p:ph idx="108" type="body" hasCustomPrompt="1"/>
          </p:nvPr>
        </p:nvSpPr>
        <p:spPr>
          <a:xfrm>
            <a:off x="4800600" y="2505456"/>
            <a:ext cx="1691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Workwear-Shirts</a:t>
            </a:r>
            <a:endParaRPr lang="en-US" sz="1000" dirty="0"/>
          </a:p>
        </p:txBody>
      </p:sp>
      <p:pic>
        <p:nvPicPr>
          <p:cNvPr id="10" name="Image 2" descr="/var/folders/hm/sgq6d80d0vq133k7n8dc9bnw0000gn/T/maiershirts-jA74OB/foto-projekt-5-205x165.jpg">    </p:cNvPr>
          <p:cNvPicPr>
            <a:picLocks noChangeAspect="1"/>
          </p:cNvPicPr>
          <p:nvPr>
            <p:ph idx="109" type="pic" hasCustomPrompt="1"/>
          </p:nvPr>
        </p:nvPicPr>
        <p:blipFill>
          <a:blip r:embed="rId3"/>
          <a:stretch>
            <a:fillRect/>
          </a:stretch>
        </p:blipFill>
        <p:spPr>
          <a:xfrm>
            <a:off x="6812280" y="1234440"/>
            <a:ext cx="1874520" cy="1508760"/>
          </a:xfrm>
          <a:prstGeom prst="rect">
            <a:avLst/>
          </a:prstGeom>
        </p:spPr>
      </p:pic>
      <p:sp>
        <p:nvSpPr>
          <p:cNvPr id="11" name="Text 0"/>
          <p:cNvSpPr txBox="1"/>
          <p:nvPr>
            <p:ph idx="110" type="body" hasCustomPrompt="1"/>
          </p:nvPr>
        </p:nvSpPr>
        <p:spPr>
          <a:xfrm>
            <a:off x="6949440" y="2267712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Emin Isic Montagebau</a:t>
            </a:r>
            <a:endParaRPr lang="en-US" sz="1300" dirty="0"/>
          </a:p>
        </p:txBody>
      </p:sp>
      <p:sp>
        <p:nvSpPr>
          <p:cNvPr id="12" name="Text 0"/>
          <p:cNvSpPr txBox="1"/>
          <p:nvPr>
            <p:ph idx="111" type="body" hasCustomPrompt="1"/>
          </p:nvPr>
        </p:nvSpPr>
        <p:spPr>
          <a:xfrm>
            <a:off x="6949440" y="2505456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Sweatshirt mit Firmenlogo</a:t>
            </a:r>
            <a:endParaRPr lang="en-US" sz="1000" dirty="0"/>
          </a:p>
        </p:txBody>
      </p:sp>
      <p:pic>
        <p:nvPicPr>
          <p:cNvPr id="13" name="Image 3" descr="/var/folders/hm/sgq6d80d0vq133k7n8dc9bnw0000gn/T/maiershirts-jA74OB/foto-isic-kollektion-440x165.jpg">    </p:cNvPr>
          <p:cNvPicPr>
            <a:picLocks noChangeAspect="1"/>
          </p:cNvPicPr>
          <p:nvPr>
            <p:ph idx="112" type="pic" hasCustomPrompt="1"/>
          </p:nvPr>
        </p:nvPicPr>
        <p:blipFill>
          <a:blip r:embed="rId4"/>
          <a:stretch>
            <a:fillRect/>
          </a:stretch>
        </p:blipFill>
        <p:spPr>
          <a:xfrm>
            <a:off x="4663440" y="2926080"/>
            <a:ext cx="4023360" cy="1508760"/>
          </a:xfrm>
          <a:prstGeom prst="rect">
            <a:avLst/>
          </a:prstGeom>
        </p:spPr>
      </p:pic>
      <p:sp>
        <p:nvSpPr>
          <p:cNvPr id="14" name="Text 0"/>
          <p:cNvSpPr txBox="1"/>
          <p:nvPr>
            <p:ph idx="113" type="body" hasCustomPrompt="1"/>
          </p:nvPr>
        </p:nvSpPr>
        <p:spPr>
          <a:xfrm>
            <a:off x="4800600" y="3959352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Emin Isic Montagebau</a:t>
            </a:r>
            <a:endParaRPr lang="en-US" sz="1300" dirty="0"/>
          </a:p>
        </p:txBody>
      </p:sp>
      <p:sp>
        <p:nvSpPr>
          <p:cNvPr id="15" name="Text 0"/>
          <p:cNvSpPr txBox="1"/>
          <p:nvPr>
            <p:ph idx="114" type="body" hasCustomPrompt="1"/>
          </p:nvPr>
        </p:nvSpPr>
        <p:spPr>
          <a:xfrm>
            <a:off x="4800600" y="4197096"/>
            <a:ext cx="3749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Sweatshirt, Polo und Zip-Sweatshirt für das ganze Team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Im Detail: Emin Isic Montagebau</a:t>
            </a:r>
            <a:endParaRPr lang="en-US" sz="2800" dirty="0"/>
          </a:p>
        </p:txBody>
      </p:sp>
      <p:sp>
        <p:nvSpPr>
          <p:cNvPr id="3" name="Text 0"/>
          <p:cNvSpPr txBox="1"/>
          <p:nvPr>
            <p:ph idx="102" type="body" hasCustomPrompt="1"/>
          </p:nvPr>
        </p:nvSpPr>
        <p:spPr>
          <a:xfrm>
            <a:off x="457200" y="91440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Montagebetrieb, Tübingen · Arbeitskleidung für das ganze Team</a:t>
            </a:r>
            <a:endParaRPr lang="en-US" sz="1200" dirty="0"/>
          </a:p>
        </p:txBody>
      </p:sp>
      <p:sp>
        <p:nvSpPr>
          <p:cNvPr id="4" name="Text 0"/>
          <p:cNvSpPr txBox="1"/>
          <p:nvPr>
            <p:ph idx="103" type="body" hasCustomPrompt="1"/>
          </p:nvPr>
        </p:nvSpPr>
        <p:spPr>
          <a:xfrm>
            <a:off x="457200" y="1234440"/>
            <a:ext cx="29260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Aufgabe</a:t>
            </a:r>
            <a:endParaRPr lang="en-US" sz="1600" dirty="0"/>
          </a:p>
          <a:p>
            <a:pPr algn="l" indent="0" marL="0">
              <a:spcAft>
                <a:spcPts val="1200"/>
              </a:spcAft>
              <a:buNone/>
            </a:pPr>
            <a:r>
              <a: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Einheitliche Arbeitskleidung vom Polo bis zum Sweatshirt, mit Firmenlogo auf der Brust und Handwerker-Motiv auf dem Rücken.</a:t>
            </a:r>
            <a:endParaRPr lang="en-US" sz="16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Umsetzung</a:t>
            </a:r>
            <a:endParaRPr lang="en-US" sz="16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Polos, Sweatshirts und Zip-Sweatshirts in Weiß, Logo auf Brust und Ärmel</a:t>
            </a:r>
            <a:endParaRPr lang="en-US" sz="16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T-Shirts in Weiß und Rot mit Rückenmotiv</a:t>
            </a:r>
            <a:endParaRPr lang="en-US" sz="16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Einfarbiger Druck, waschbeständig für den Baustellenalltag</a:t>
            </a:r>
            <a:endParaRPr lang="en-US" sz="16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Artikel sind im System hinterlegt, Nachbestellung jederzeit möglich</a:t>
            </a:r>
            <a:endParaRPr lang="en-US" sz="1600" dirty="0"/>
          </a:p>
        </p:txBody>
      </p:sp>
      <p:pic>
        <p:nvPicPr>
          <p:cNvPr id="5" name="Image 0" descr="/var/folders/hm/sgq6d80d0vq133k7n8dc9bnw0000gn/T/maiershirts-jA74OB/foto-isic-kollektion-550x200.jpg">    </p:cNvPr>
          <p:cNvPicPr>
            <a:picLocks noChangeAspect="1"/>
          </p:cNvPicPr>
          <p:nvPr>
            <p:ph idx="104" type="pic" hasCustomPrompt="1"/>
          </p:nvPr>
        </p:nvPicPr>
        <p:blipFill>
          <a:blip r:embed="rId1"/>
          <a:stretch>
            <a:fillRect/>
          </a:stretch>
        </p:blipFill>
        <p:spPr>
          <a:xfrm>
            <a:off x="3657600" y="1234440"/>
            <a:ext cx="5029200" cy="1828800"/>
          </a:xfrm>
          <a:prstGeom prst="rect">
            <a:avLst/>
          </a:prstGeom>
        </p:spPr>
      </p:pic>
      <p:pic>
        <p:nvPicPr>
          <p:cNvPr id="6" name="Image 1" descr="/var/folders/hm/sgq6d80d0vq133k7n8dc9bnw0000gn/T/maiershirts-jA74OB/foto-isic-polo-173x130.jpg">    </p:cNvPr>
          <p:cNvPicPr>
            <a:picLocks noChangeAspect="1"/>
          </p:cNvPicPr>
          <p:nvPr>
            <p:ph idx="105" type="pic" hasCustomPrompt="1"/>
          </p:nvPr>
        </p:nvPicPr>
        <p:blipFill>
          <a:blip r:embed="rId2"/>
          <a:stretch>
            <a:fillRect/>
          </a:stretch>
        </p:blipFill>
        <p:spPr>
          <a:xfrm>
            <a:off x="3657600" y="3200400"/>
            <a:ext cx="1581912" cy="1188720"/>
          </a:xfrm>
          <a:prstGeom prst="rect">
            <a:avLst/>
          </a:prstGeom>
        </p:spPr>
      </p:pic>
      <p:sp>
        <p:nvSpPr>
          <p:cNvPr id="7" name="Text 0"/>
          <p:cNvSpPr txBox="1"/>
          <p:nvPr>
            <p:ph idx="106" type="body" hasCustomPrompt="1"/>
          </p:nvPr>
        </p:nvSpPr>
        <p:spPr>
          <a:xfrm>
            <a:off x="3657600" y="4416552"/>
            <a:ext cx="1581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Polo, Brust und Ärmel</a:t>
            </a:r>
            <a:endParaRPr lang="en-US" sz="1000" dirty="0"/>
          </a:p>
        </p:txBody>
      </p:sp>
      <p:pic>
        <p:nvPicPr>
          <p:cNvPr id="8" name="Image 2" descr="/var/folders/hm/sgq6d80d0vq133k7n8dc9bnw0000gn/T/maiershirts-jA74OB/foto-isic-zip-173x130.jpg">    </p:cNvPr>
          <p:cNvPicPr>
            <a:picLocks noChangeAspect="1"/>
          </p:cNvPicPr>
          <p:nvPr>
            <p:ph idx="107" type="pic" hasCustomPrompt="1"/>
          </p:nvPr>
        </p:nvPicPr>
        <p:blipFill>
          <a:blip r:embed="rId3"/>
          <a:stretch>
            <a:fillRect/>
          </a:stretch>
        </p:blipFill>
        <p:spPr>
          <a:xfrm>
            <a:off x="5381244" y="3200400"/>
            <a:ext cx="1581912" cy="1188720"/>
          </a:xfrm>
          <a:prstGeom prst="rect">
            <a:avLst/>
          </a:prstGeom>
        </p:spPr>
      </p:pic>
      <p:sp>
        <p:nvSpPr>
          <p:cNvPr id="9" name="Text 0"/>
          <p:cNvSpPr txBox="1"/>
          <p:nvPr>
            <p:ph idx="108" type="body" hasCustomPrompt="1"/>
          </p:nvPr>
        </p:nvSpPr>
        <p:spPr>
          <a:xfrm>
            <a:off x="5381244" y="4416552"/>
            <a:ext cx="1581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Zip-Sweatshirt, Ärmel</a:t>
            </a:r>
            <a:endParaRPr lang="en-US" sz="1000" dirty="0"/>
          </a:p>
        </p:txBody>
      </p:sp>
      <p:pic>
        <p:nvPicPr>
          <p:cNvPr id="10" name="Image 3" descr="/var/folders/hm/sgq6d80d0vq133k7n8dc9bnw0000gn/T/maiershirts-jA74OB/foto-isic-shirt-173x130.jpg">    </p:cNvPr>
          <p:cNvPicPr>
            <a:picLocks noChangeAspect="1"/>
          </p:cNvPicPr>
          <p:nvPr>
            <p:ph idx="109" type="pic" hasCustomPrompt="1"/>
          </p:nvPr>
        </p:nvPicPr>
        <p:blipFill>
          <a:blip r:embed="rId4"/>
          <a:stretch>
            <a:fillRect/>
          </a:stretch>
        </p:blipFill>
        <p:spPr>
          <a:xfrm>
            <a:off x="7104888" y="3200400"/>
            <a:ext cx="1581912" cy="1188720"/>
          </a:xfrm>
          <a:prstGeom prst="rect">
            <a:avLst/>
          </a:prstGeom>
        </p:spPr>
      </p:pic>
      <p:sp>
        <p:nvSpPr>
          <p:cNvPr id="11" name="Text 0"/>
          <p:cNvSpPr txBox="1"/>
          <p:nvPr>
            <p:ph idx="110" type="body" hasCustomPrompt="1"/>
          </p:nvPr>
        </p:nvSpPr>
        <p:spPr>
          <a:xfrm>
            <a:off x="7104888" y="4416552"/>
            <a:ext cx="1581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T-Shirt, Rückenmotiv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Unternehmen, die auf uns setzen</a:t>
            </a:r>
            <a:endParaRPr lang="en-US" sz="2800" dirty="0"/>
          </a:p>
        </p:txBody>
      </p:sp>
      <p:sp>
        <p:nvSpPr>
          <p:cNvPr id="3" name="Text 0"/>
          <p:cNvSpPr txBox="1"/>
          <p:nvPr>
            <p:ph idx="102" type="body" hasCustomPrompt="1"/>
          </p:nvPr>
        </p:nvSpPr>
        <p:spPr>
          <a:xfrm>
            <a:off x="457200" y="91440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Eine Auswahl. Viele weitere Unternehmen und Teams aus der Region lassen bei uns veredeln.</a:t>
            </a:r>
            <a:endParaRPr lang="en-US" sz="1200" dirty="0"/>
          </a:p>
        </p:txBody>
      </p:sp>
      <p:pic>
        <p:nvPicPr>
          <p:cNvPr id="4" name="Image 0" descr="/var/folders/hm/sgq6d80d0vq133k7n8dc9bnw0000gn/T/maiershirts-jA74OB/ref-unternehmen-0-0.png">    </p:cNvPr>
          <p:cNvPicPr>
            <a:picLocks noChangeAspect="1"/>
          </p:cNvPicPr>
          <p:nvPr>
            <p:ph idx="103" type="pic" hasCustomPrompt="1"/>
          </p:nvPr>
        </p:nvPicPr>
        <p:blipFill>
          <a:blip r:embed="rId1"/>
          <a:stretch>
            <a:fillRect/>
          </a:stretch>
        </p:blipFill>
        <p:spPr>
          <a:xfrm>
            <a:off x="566928" y="1373750"/>
            <a:ext cx="1700784" cy="471189"/>
          </a:xfrm>
          <a:prstGeom prst="rect">
            <a:avLst/>
          </a:prstGeom>
        </p:spPr>
      </p:pic>
      <p:pic>
        <p:nvPicPr>
          <p:cNvPr id="5" name="Image 1" descr="/var/folders/hm/sgq6d80d0vq133k7n8dc9bnw0000gn/T/maiershirts-jA74OB/ref-unternehmen-0-1.png">    </p:cNvPr>
          <p:cNvPicPr>
            <a:picLocks noChangeAspect="1"/>
          </p:cNvPicPr>
          <p:nvPr>
            <p:ph idx="104" type="pic" hasCustomPrompt="1"/>
          </p:nvPr>
        </p:nvPicPr>
        <p:blipFill>
          <a:blip r:embed="rId2"/>
          <a:stretch>
            <a:fillRect/>
          </a:stretch>
        </p:blipFill>
        <p:spPr>
          <a:xfrm>
            <a:off x="2670048" y="1480497"/>
            <a:ext cx="1700784" cy="257695"/>
          </a:xfrm>
          <a:prstGeom prst="rect">
            <a:avLst/>
          </a:prstGeom>
        </p:spPr>
      </p:pic>
      <p:pic>
        <p:nvPicPr>
          <p:cNvPr id="6" name="Image 2" descr="/var/folders/hm/sgq6d80d0vq133k7n8dc9bnw0000gn/T/maiershirts-jA74OB/ref-unternehmen-0-2.png">    </p:cNvPr>
          <p:cNvPicPr>
            <a:picLocks noChangeAspect="1"/>
          </p:cNvPicPr>
          <p:nvPr>
            <p:ph idx="105" type="pic" hasCustomPrompt="1"/>
          </p:nvPr>
        </p:nvPicPr>
        <p:blipFill>
          <a:blip r:embed="rId3"/>
          <a:stretch>
            <a:fillRect/>
          </a:stretch>
        </p:blipFill>
        <p:spPr>
          <a:xfrm>
            <a:off x="4773168" y="1425475"/>
            <a:ext cx="1700784" cy="367737"/>
          </a:xfrm>
          <a:prstGeom prst="rect">
            <a:avLst/>
          </a:prstGeom>
        </p:spPr>
      </p:pic>
      <p:pic>
        <p:nvPicPr>
          <p:cNvPr id="7" name="Image 3" descr="/var/folders/hm/sgq6d80d0vq133k7n8dc9bnw0000gn/T/maiershirts-jA74OB/ref-unternehmen-0-3.png">    </p:cNvPr>
          <p:cNvPicPr>
            <a:picLocks noChangeAspect="1"/>
          </p:cNvPicPr>
          <p:nvPr>
            <p:ph idx="106" type="pic" hasCustomPrompt="1"/>
          </p:nvPr>
        </p:nvPicPr>
        <p:blipFill>
          <a:blip r:embed="rId4"/>
          <a:stretch>
            <a:fillRect/>
          </a:stretch>
        </p:blipFill>
        <p:spPr>
          <a:xfrm>
            <a:off x="7027469" y="1325880"/>
            <a:ext cx="1398422" cy="566928"/>
          </a:xfrm>
          <a:prstGeom prst="rect">
            <a:avLst/>
          </a:prstGeom>
        </p:spPr>
      </p:pic>
      <p:pic>
        <p:nvPicPr>
          <p:cNvPr id="8" name="Image 4" descr="/var/folders/hm/sgq6d80d0vq133k7n8dc9bnw0000gn/T/maiershirts-jA74OB/ref-unternehmen-0-4.png">    </p:cNvPr>
          <p:cNvPicPr>
            <a:picLocks noChangeAspect="1"/>
          </p:cNvPicPr>
          <p:nvPr>
            <p:ph idx="107" type="pic" hasCustomPrompt="1"/>
          </p:nvPr>
        </p:nvPicPr>
        <p:blipFill>
          <a:blip r:embed="rId5"/>
          <a:stretch>
            <a:fillRect/>
          </a:stretch>
        </p:blipFill>
        <p:spPr>
          <a:xfrm>
            <a:off x="1003692" y="2130552"/>
            <a:ext cx="827256" cy="566928"/>
          </a:xfrm>
          <a:prstGeom prst="rect">
            <a:avLst/>
          </a:prstGeom>
        </p:spPr>
      </p:pic>
      <p:pic>
        <p:nvPicPr>
          <p:cNvPr id="9" name="Image 5" descr="/var/folders/hm/sgq6d80d0vq133k7n8dc9bnw0000gn/T/maiershirts-jA74OB/ref-unternehmen-0-5.png">    </p:cNvPr>
          <p:cNvPicPr>
            <a:picLocks noChangeAspect="1"/>
          </p:cNvPicPr>
          <p:nvPr>
            <p:ph idx="108" type="pic" hasCustomPrompt="1"/>
          </p:nvPr>
        </p:nvPicPr>
        <p:blipFill>
          <a:blip r:embed="rId6"/>
          <a:stretch>
            <a:fillRect/>
          </a:stretch>
        </p:blipFill>
        <p:spPr>
          <a:xfrm>
            <a:off x="2685796" y="2130552"/>
            <a:ext cx="1669288" cy="566928"/>
          </a:xfrm>
          <a:prstGeom prst="rect">
            <a:avLst/>
          </a:prstGeom>
        </p:spPr>
      </p:pic>
      <p:pic>
        <p:nvPicPr>
          <p:cNvPr id="10" name="Image 6" descr="/var/folders/hm/sgq6d80d0vq133k7n8dc9bnw0000gn/T/maiershirts-jA74OB/ref-unternehmen-0-6.png">    </p:cNvPr>
          <p:cNvPicPr>
            <a:picLocks noChangeAspect="1"/>
          </p:cNvPicPr>
          <p:nvPr>
            <p:ph idx="109" type="pic" hasCustomPrompt="1"/>
          </p:nvPr>
        </p:nvPicPr>
        <p:blipFill>
          <a:blip r:embed="rId7"/>
          <a:stretch>
            <a:fillRect/>
          </a:stretch>
        </p:blipFill>
        <p:spPr>
          <a:xfrm>
            <a:off x="5286509" y="2130552"/>
            <a:ext cx="674102" cy="566928"/>
          </a:xfrm>
          <a:prstGeom prst="rect">
            <a:avLst/>
          </a:prstGeom>
        </p:spPr>
      </p:pic>
      <p:pic>
        <p:nvPicPr>
          <p:cNvPr id="11" name="Image 7" descr="/var/folders/hm/sgq6d80d0vq133k7n8dc9bnw0000gn/T/maiershirts-jA74OB/ref-unternehmen-0-7.png">    </p:cNvPr>
          <p:cNvPicPr>
            <a:picLocks noChangeAspect="1"/>
          </p:cNvPicPr>
          <p:nvPr>
            <p:ph idx="110" type="pic" hasCustomPrompt="1"/>
          </p:nvPr>
        </p:nvPicPr>
        <p:blipFill>
          <a:blip r:embed="rId8"/>
          <a:stretch>
            <a:fillRect/>
          </a:stretch>
        </p:blipFill>
        <p:spPr>
          <a:xfrm>
            <a:off x="7090859" y="2130552"/>
            <a:ext cx="1271641" cy="566928"/>
          </a:xfrm>
          <a:prstGeom prst="rect">
            <a:avLst/>
          </a:prstGeom>
        </p:spPr>
      </p:pic>
      <p:pic>
        <p:nvPicPr>
          <p:cNvPr id="12" name="Image 8" descr="/var/folders/hm/sgq6d80d0vq133k7n8dc9bnw0000gn/T/maiershirts-jA74OB/ref-unternehmen-0-8.png">    </p:cNvPr>
          <p:cNvPicPr>
            <a:picLocks noChangeAspect="1"/>
          </p:cNvPicPr>
          <p:nvPr>
            <p:ph idx="111" type="pic" hasCustomPrompt="1"/>
          </p:nvPr>
        </p:nvPicPr>
        <p:blipFill>
          <a:blip r:embed="rId9"/>
          <a:stretch>
            <a:fillRect/>
          </a:stretch>
        </p:blipFill>
        <p:spPr>
          <a:xfrm>
            <a:off x="855116" y="2935224"/>
            <a:ext cx="1124407" cy="566928"/>
          </a:xfrm>
          <a:prstGeom prst="rect">
            <a:avLst/>
          </a:prstGeom>
        </p:spPr>
      </p:pic>
      <p:pic>
        <p:nvPicPr>
          <p:cNvPr id="13" name="Image 9" descr="/var/folders/hm/sgq6d80d0vq133k7n8dc9bnw0000gn/T/maiershirts-jA74OB/ref-unternehmen-0-9.png">    </p:cNvPr>
          <p:cNvPicPr>
            <a:picLocks noChangeAspect="1"/>
          </p:cNvPicPr>
          <p:nvPr>
            <p:ph idx="112" type="pic" hasCustomPrompt="1"/>
          </p:nvPr>
        </p:nvPicPr>
        <p:blipFill>
          <a:blip r:embed="rId10"/>
          <a:stretch>
            <a:fillRect/>
          </a:stretch>
        </p:blipFill>
        <p:spPr>
          <a:xfrm>
            <a:off x="3097470" y="2935224"/>
            <a:ext cx="845940" cy="566928"/>
          </a:xfrm>
          <a:prstGeom prst="rect">
            <a:avLst/>
          </a:prstGeom>
        </p:spPr>
      </p:pic>
      <p:pic>
        <p:nvPicPr>
          <p:cNvPr id="14" name="Image 10" descr="/var/folders/hm/sgq6d80d0vq133k7n8dc9bnw0000gn/T/maiershirts-jA74OB/ref-unternehmen-0-10.png">    </p:cNvPr>
          <p:cNvPicPr>
            <a:picLocks noChangeAspect="1"/>
          </p:cNvPicPr>
          <p:nvPr>
            <p:ph idx="113" type="pic" hasCustomPrompt="1"/>
          </p:nvPr>
        </p:nvPicPr>
        <p:blipFill>
          <a:blip r:embed="rId11"/>
          <a:stretch>
            <a:fillRect/>
          </a:stretch>
        </p:blipFill>
        <p:spPr>
          <a:xfrm>
            <a:off x="5339077" y="2935224"/>
            <a:ext cx="568965" cy="566928"/>
          </a:xfrm>
          <a:prstGeom prst="rect">
            <a:avLst/>
          </a:prstGeom>
        </p:spPr>
      </p:pic>
      <p:pic>
        <p:nvPicPr>
          <p:cNvPr id="15" name="Image 11" descr="/var/folders/hm/sgq6d80d0vq133k7n8dc9bnw0000gn/T/maiershirts-jA74OB/ref-unternehmen-0-11.png">    </p:cNvPr>
          <p:cNvPicPr>
            <a:picLocks noChangeAspect="1"/>
          </p:cNvPicPr>
          <p:nvPr>
            <p:ph idx="114" type="pic" hasCustomPrompt="1"/>
          </p:nvPr>
        </p:nvPicPr>
        <p:blipFill>
          <a:blip r:embed="rId12"/>
          <a:stretch>
            <a:fillRect/>
          </a:stretch>
        </p:blipFill>
        <p:spPr>
          <a:xfrm>
            <a:off x="6876288" y="3045531"/>
            <a:ext cx="1700784" cy="346313"/>
          </a:xfrm>
          <a:prstGeom prst="rect">
            <a:avLst/>
          </a:prstGeom>
        </p:spPr>
      </p:pic>
      <p:pic>
        <p:nvPicPr>
          <p:cNvPr id="16" name="Image 12" descr="/var/folders/hm/sgq6d80d0vq133k7n8dc9bnw0000gn/T/maiershirts-jA74OB/ref-unternehmen-0-12.png">    </p:cNvPr>
          <p:cNvPicPr>
            <a:picLocks noChangeAspect="1"/>
          </p:cNvPicPr>
          <p:nvPr>
            <p:ph idx="115" type="pic" hasCustomPrompt="1"/>
          </p:nvPr>
        </p:nvPicPr>
        <p:blipFill>
          <a:blip r:embed="rId13"/>
          <a:stretch>
            <a:fillRect/>
          </a:stretch>
        </p:blipFill>
        <p:spPr>
          <a:xfrm>
            <a:off x="1103232" y="3739896"/>
            <a:ext cx="628175" cy="566928"/>
          </a:xfrm>
          <a:prstGeom prst="rect">
            <a:avLst/>
          </a:prstGeom>
        </p:spPr>
      </p:pic>
      <p:pic>
        <p:nvPicPr>
          <p:cNvPr id="17" name="Image 13" descr="/var/folders/hm/sgq6d80d0vq133k7n8dc9bnw0000gn/T/maiershirts-jA74OB/ref-unternehmen-0-13.png">    </p:cNvPr>
          <p:cNvPicPr>
            <a:picLocks noChangeAspect="1"/>
          </p:cNvPicPr>
          <p:nvPr>
            <p:ph idx="116" type="pic" hasCustomPrompt="1"/>
          </p:nvPr>
        </p:nvPicPr>
        <p:blipFill>
          <a:blip r:embed="rId14"/>
          <a:stretch>
            <a:fillRect/>
          </a:stretch>
        </p:blipFill>
        <p:spPr>
          <a:xfrm>
            <a:off x="2767634" y="3739896"/>
            <a:ext cx="1505612" cy="566928"/>
          </a:xfrm>
          <a:prstGeom prst="rect">
            <a:avLst/>
          </a:prstGeom>
        </p:spPr>
      </p:pic>
      <p:sp>
        <p:nvSpPr>
          <p:cNvPr id="19" name="Text 0"/>
          <p:cNvSpPr/>
          <p:nvPr>
            <p:ph idx="117" hasCustomPrompt="1"/>
          </p:nvPr>
        </p:nvSpPr>
        <p:spPr>
          <a:xfrm>
            <a:off x="4736592" y="3703320"/>
            <a:ext cx="17739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  <p:sp>
        <p:nvSpPr>
          <p:cNvPr id="20" name="Text 0"/>
          <p:cNvSpPr/>
          <p:nvPr>
            <p:ph idx="118" hasCustomPrompt="1"/>
          </p:nvPr>
        </p:nvSpPr>
        <p:spPr>
          <a:xfrm>
            <a:off x="6839712" y="3703320"/>
            <a:ext cx="17739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548640" y="1371600"/>
            <a:ext cx="484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Der nächste Schritt</a:t>
            </a:r>
            <a:endParaRPr lang="en-US" sz="3200" dirty="0"/>
          </a:p>
        </p:txBody>
      </p:sp>
      <p:sp>
        <p:nvSpPr>
          <p:cNvPr id="3" name="Text 0"/>
          <p:cNvSpPr txBox="1"/>
          <p:nvPr>
            <p:ph idx="102" type="body" hasCustomPrompt="1"/>
          </p:nvPr>
        </p:nvSpPr>
        <p:spPr>
          <a:xfrm>
            <a:off x="548640" y="242316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Motiv und Wunschtextil schicken, wir melden uns innerhalb von 48 Stunden mit Angebot und Mockup.</a:t>
            </a:r>
            <a:endParaRPr lang="en-US" sz="1600" dirty="0"/>
          </a:p>
        </p:txBody>
      </p:sp>
      <p:pic>
        <p:nvPicPr>
          <p:cNvPr id="4" name="Image 0" descr="/var/folders/hm/sgq6d80d0vq133k7n8dc9bnw0000gn/T/maiershirts-jA74OB/ph-portrait-252x252.png">    </p:cNvPr>
          <p:cNvPicPr>
            <a:picLocks noChangeAspect="1"/>
          </p:cNvPicPr>
          <p:nvPr>
            <p:ph idx="103" type="pic" hasCustomPrompt="1"/>
          </p:nvPr>
        </p:nvPicPr>
        <p:blipFill>
          <a:blip r:embed="rId1"/>
          <a:stretch>
            <a:fillRect/>
          </a:stretch>
        </p:blipFill>
        <p:spPr>
          <a:xfrm>
            <a:off x="548640" y="3154680"/>
            <a:ext cx="960120" cy="960120"/>
          </a:xfrm>
          <a:prstGeom prst="rect">
            <a:avLst/>
          </a:prstGeom>
        </p:spPr>
      </p:pic>
      <p:sp>
        <p:nvSpPr>
          <p:cNvPr id="5" name="Text 0"/>
          <p:cNvSpPr txBox="1"/>
          <p:nvPr>
            <p:ph idx="104" type="body" hasCustomPrompt="1"/>
          </p:nvPr>
        </p:nvSpPr>
        <p:spPr>
          <a:xfrm>
            <a:off x="1691640" y="31546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Stefan Maier</a:t>
            </a:r>
            <a:endParaRPr lang="en-US" sz="1600" dirty="0"/>
          </a:p>
        </p:txBody>
      </p:sp>
      <p:sp>
        <p:nvSpPr>
          <p:cNvPr id="6" name="Text 0"/>
          <p:cNvSpPr txBox="1"/>
          <p:nvPr>
            <p:ph idx="105" type="body" hasCustomPrompt="1"/>
          </p:nvPr>
        </p:nvSpPr>
        <p:spPr>
          <a:xfrm>
            <a:off x="1691640" y="34747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Inhaber</a:t>
            </a:r>
            <a:endParaRPr lang="en-US" sz="1200" dirty="0"/>
          </a:p>
        </p:txBody>
      </p:sp>
      <p:sp>
        <p:nvSpPr>
          <p:cNvPr id="7" name="Text 0"/>
          <p:cNvSpPr txBox="1"/>
          <p:nvPr>
            <p:ph idx="106" type="body" hasCustomPrompt="1"/>
          </p:nvPr>
        </p:nvSpPr>
        <p:spPr>
          <a:xfrm>
            <a:off x="1691640" y="37490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+49 171 9005694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office@maiershirts.de</a:t>
            </a:r>
            <a:endParaRPr lang="en-US" sz="1200" dirty="0"/>
          </a:p>
        </p:txBody>
      </p:sp>
      <p:sp>
        <p:nvSpPr>
          <p:cNvPr id="8" name="Text 1"/>
          <p:cNvSpPr txBox="1"/>
          <p:nvPr>
            <p:ph idx="108" type="body" hasCustomPrompt="1"/>
          </p:nvPr>
        </p:nvSpPr>
        <p:spPr>
          <a:xfrm>
            <a:off x="5897880" y="1828800"/>
            <a:ext cx="2560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Anfrage per Mail oder Telefon, Angebot innerhalb von 48 Stunden. Für Vereine: Termin zur Kollektionsplanung, danach geht der Shop online.</a:t>
            </a:r>
            <a:endParaRPr lang="en-US" sz="1400" dirty="0"/>
          </a:p>
        </p:txBody>
      </p:sp>
      <p:pic>
        <p:nvPicPr>
          <p:cNvPr id="9" name="Image 1" descr="/var/folders/hm/sgq6d80d0vq133k7n8dc9bnw0000gn/T/maiershirts-jA74OB/ph-qr-240x240.png">    </p:cNvPr>
          <p:cNvPicPr>
            <a:picLocks noChangeAspect="1"/>
          </p:cNvPicPr>
          <p:nvPr>
            <p:ph idx="109" type="pic" hasCustomPrompt="1"/>
          </p:nvPr>
        </p:nvPicPr>
        <p:blipFill>
          <a:blip r:embed="rId2"/>
          <a:stretch>
            <a:fillRect/>
          </a:stretch>
        </p:blipFill>
        <p:spPr>
          <a:xfrm>
            <a:off x="5897880" y="3200400"/>
            <a:ext cx="914400" cy="914400"/>
          </a:xfrm>
          <a:prstGeom prst="rect">
            <a:avLst/>
          </a:prstGeom>
        </p:spPr>
      </p:pic>
      <p:sp>
        <p:nvSpPr>
          <p:cNvPr id="10" name="Text 1"/>
          <p:cNvSpPr txBox="1"/>
          <p:nvPr>
            <p:ph idx="110" type="body" hasCustomPrompt="1"/>
          </p:nvPr>
        </p:nvSpPr>
        <p:spPr>
          <a:xfrm>
            <a:off x="6949440" y="3200400"/>
            <a:ext cx="1600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Anfrage online: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Maiershirts">
      <a:dk1>
        <a:srgbClr val="0F0F0F"/>
      </a:dk1>
      <a:lt1>
        <a:srgbClr val="FFFFFF"/>
      </a:lt1>
      <a:dk2>
        <a:srgbClr val="677E5B"/>
      </a:dk2>
      <a:lt2>
        <a:srgbClr val="E8DFD0"/>
      </a:lt2>
      <a:accent1>
        <a:srgbClr val="819E72"/>
      </a:accent1>
      <a:accent2>
        <a:srgbClr val="A3C095"/>
      </a:accent2>
      <a:accent3>
        <a:srgbClr val="677E5B"/>
      </a:accent3>
      <a:accent4>
        <a:srgbClr val="D9D2C5"/>
      </a:accent4>
      <a:accent5>
        <a:srgbClr val="FAF7F2"/>
      </a:accent5>
      <a:accent6>
        <a:srgbClr val="0F0F0F"/>
      </a:accent6>
      <a:hlink>
        <a:srgbClr val="677E5B"/>
      </a:hlink>
      <a:folHlink>
        <a:srgbClr val="819E72"/>
      </a:folHlink>
    </a:clrScheme>
    <a:fontScheme name="Maiershirts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Maiershirts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Maiershirts – Präsentationsmaster</dc:title>
  <dc:subject>PptxGenJS Presentation</dc:subject>
  <dc:creator>Maiershirts</dc:creator>
  <cp:lastModifiedBy>Maiershirts</cp:lastModifiedBy>
  <cp:revision>1</cp:revision>
  <dcterms:created xsi:type="dcterms:W3CDTF">2026-09-24T08:49:53Z</dcterms:created>
  <dcterms:modified xsi:type="dcterms:W3CDTF">2026-09-24T08:49:53Z</dcterms:modified>
</cp:coreProperties>
</file>