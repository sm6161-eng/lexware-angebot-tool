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1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2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2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176272"/>
            <a:ext cx="16916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450592"/>
            <a:ext cx="16916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176272"/>
            <a:ext cx="16002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450592"/>
            <a:ext cx="16002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slideLayout" Target="../slideLayouts/slideLayout17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3.png"/><Relationship Id="rId5" Type="http://schemas.openxmlformats.org/officeDocument/2006/relationships/image" Target="../media/image-15-3.png"/><Relationship Id="rId6" Type="http://schemas.openxmlformats.org/officeDocument/2006/relationships/image" Target="../media/image-15-3.png"/><Relationship Id="rId7" Type="http://schemas.openxmlformats.org/officeDocument/2006/relationships/image" Target="../media/image-15-3.png"/><Relationship Id="rId8" Type="http://schemas.openxmlformats.org/officeDocument/2006/relationships/image" Target="../media/image-15-3.png"/><Relationship Id="rId9" Type="http://schemas.openxmlformats.org/officeDocument/2006/relationships/image" Target="../media/image-15-3.png"/><Relationship Id="rId10" Type="http://schemas.openxmlformats.org/officeDocument/2006/relationships/image" Target="../media/image-15-3.png"/><Relationship Id="rId11" Type="http://schemas.openxmlformats.org/officeDocument/2006/relationships/image" Target="../media/image-15-3.png"/><Relationship Id="rId12" Type="http://schemas.openxmlformats.org/officeDocument/2006/relationships/image" Target="../media/image-15-3.png"/><Relationship Id="rId13" Type="http://schemas.openxmlformats.org/officeDocument/2006/relationships/slideLayout" Target="../slideLayouts/slideLayout17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8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9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jwBcTb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wBcTb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jwBcTb/foto-projekt-2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1762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4505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jwBcTb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176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45059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jwBcTb/foto-projekt-4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 mit Vereinslogo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wBcTb/foto-projekt-5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 mit Firmenlogo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jwBcTb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1762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4505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 für den Land- und Forstbetrieb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jwBcTb/foto-projekt-7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176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45059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jwBcTb/foto-projekt-8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Familientreffen, Stammbaum auf dem Rücken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wBcTb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jwBcTb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jwBcTb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wBcTb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jwBcTb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jwBcTb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jwBcTb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jwBcTb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jwBcTb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jwBcTb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jwBcTb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jwBcTb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jwBcTb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jwBcTb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jwBcTb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wBcTb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jwBcTb/ref-unternehmen-1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925480" y="1490472"/>
            <a:ext cx="1189919" cy="448056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jwBcTb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jwBcTb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jwBcTb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jwBcTb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jwBcTb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jwBcTb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jwBcTb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jwBcTb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jwBcTb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jwBcTb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jwBcTb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jwBcTb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jwBcTb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jwBcTb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jwBcTb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jwBcTb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jwBcTb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jwBcTb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jwBcTb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jwBcTb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jwBcTb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2026-09-15T18:24:37Z</dcterms:created>
  <dcterms:modified xsi:type="dcterms:W3CDTF">2026-09-15T18:24:37Z</dcterms:modified>
</cp:coreProperties>
</file>